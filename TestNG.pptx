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40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8047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"TestNG. Test Next Generation. A name chosen in 2004 - and over the next fifteen minutes we will show it was not an overstatement."
20 seconds. Do not read an agenda; the three coloured sections do that job.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what TestNG is, where it came from, and why it had to exist."
SPEAKER 1 owns every blue slide. 10 seconds - move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TestNG is an open-source testing framework for Java. Every framework does the first two words. Everything that makes TestNG different lives in the third one - orchestrate."
Plant the word "orchestrate"; it is the thread of the whole talk. ~40s.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inputs - an XML file, annotations on the code, and data providers. The engine in the middle does not just run tests: it resolves a dependency graph, schedules onto a thread pool, then executes. Output flows through listeners, where you plug in, and ends as an HTML or XML report."
Trace the path with your hand. Do not read the boxes. ~55s.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2004. JUnit 3 was effectively the only option in Java. It was good at what it was built for. The problem is we had started asking it to do something else."
~30s.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JUnit 3 you declared a test by naming the method test-something. A naming convention was the API. Drop four letters and the test does not fail - it disappears. Silently. Nobody finds out."
Land hard on the word "silently" - the worst failure mode in testing. ~45s.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"Cedric Beust. He did not send JUnit a patch - he started over, took the best of JUnit and of NUnit from .NET, and designed for something JUnit never targeted: integration testing."
Say out loud, not on the slide: JUnit 4 - the annotation-based one - only arrived in 2006. TestNG was two years ahead. ~45s.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walls were these three: you could not group, you could not declare dependencies, you could not pass parameters. JUnit 3 assumed every test was an island. Integration tests do not live on islands. That gap is the entire reason TestNG exists."
~55s. This closes Part I - hand over.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what it buys you, what it costs you, and the one thing worth remembering."
SPEAKER 2 owns every teal slide. 10 seconds.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not twenty features: Order. Data. Speed. Control. I will show you two of them."
~30s, then straight into the two diagrams.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"Login breaks. Without dependencies, cart fails, checkout fails - three red reports, and you spend twenty minutes discovering there was one cause. With dependsOnMethods, TestNG knows the graph: the other two are marked SKIPPED. One red report. One cause."
Closing line: "A skip is not a test being ignored - a skip is information." ~60s.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"Parallel execution, in the core - no plugin. Four suites take forty minutes in sequence, ten across four threads. And you pick the granularity: by method, class, test, or instance."
Be honest: only valid when tests share no state - with Selenium that means a ThreadLocal WebDriver. Saying this shows you actually use it. ~55s.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honest part. That power has a price. More mechanisms means more to learn - and dependencies used badly bury the real failure under a chain of skips. And if all you write is isolated unit tests, this whole orchestration engine is dead weight: JUnit 5 is lighter, modular, and the Spring Boot default."
In front of experts this slide buys credibility for everything before it. Do not rush. ~60s.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remember. You do not measure a framework by market share - you measure it by what competitors had to copy. 2004: TestNG ships annotations, groups, dependencies, parallel. 2006: JUnit 4 adds annotations. 2017: JUnit 5 adds parameterized tests and tags - which are groups. 2018: parallel execution. Fourteen years to catch up with the 1.0 feature list."
Peak of the talk. Slow down; pause after "fourteen years". ~65s. Hand over.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what is actually in the box, who uses it, and where to go next."
SPEAKER 3 owns every violet slide. 10 seconds.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lifecycle is annotation-driven, at four levels - suite, test, class, method - so setup and teardown are declarative, not copy-pasted. On top of that: groups, DataProvider for one test across many datasets, Factory for many instances of one class, and listeners that hook every event to screenshot, log, or retry."
Say: "@Factory parameterizes the class; @DataProvider parameterizes the method" - that distinction is the expert-level detail. ~60s.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"testng.xml pulls the run strategy out of the Java code. Your per-commit pipeline runs only the smoke group; the nightly pipeline runs full regression. Same codebase, different XML file - no test logic touched, no rebuild."
Bridge to CI: runs from Maven, Gradle and the command line, so it drops straight into Jenkins or GitHub Actions. ~50s.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reaches for TestNG? Automation and QA engineers first - it is the default in the Selenium world. Developers, for integration and service-level tests. DevOps, to gate pipelines by group. It plugs into Maven, Gradle, Jenkins, GitHub Actions, GitLab, both major IDEs."
Deliberately no customer-logo claims: we have no verifiable source, and an expert audience will ask for one. ~50s.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 is not a museum piece: current release on Maven Central, last commit the day before this deck was built, 218 contributors, Apache 2.0, Java 11 and up."
These are real figures with a capture date on the slide - if someone asks for a source, it is the shields.io badges on the project repo. Docs at testng.org. ~40s.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"Twenty-two years ago someone looked at JUnit 3 and decided not to patch it, but to rewrite it. What came out was not a test runner - it was a test orchestrator. That is why the name Next Generation still holds. Thank you."
Two-second pause before "Thank you". No Q&amp;A slide. ~25s.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1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s01_anim001" descr="D:\learning material\SWT\_build\img\testng.png"/>
          <p:cNvPicPr>
            <a:picLocks noChangeAspect="1"/>
          </p:cNvPicPr>
          <p:nvPr/>
        </p:nvPicPr>
        <p:blipFill>
          <a:blip r:embed="rId3"/>
          <a:stretch>
            <a:fillRect/>
          </a:stretch>
        </p:blipFill>
        <p:spPr>
          <a:xfrm>
            <a:off x="3392424" y="2121408"/>
            <a:ext cx="5404104" cy="1249985"/>
          </a:xfrm>
          <a:prstGeom prst="rect">
            <a:avLst/>
          </a:prstGeom>
        </p:spPr>
      </p:pic>
      <p:sp>
        <p:nvSpPr>
          <p:cNvPr id="3" name="s01_anim002"/>
          <p:cNvSpPr txBox="1"/>
          <p:nvPr/>
        </p:nvSpPr>
        <p:spPr>
          <a:xfrm>
            <a:off x="617220" y="3629609"/>
            <a:ext cx="10725912" cy="502920"/>
          </a:xfrm>
          <a:prstGeom prst="rect">
            <a:avLst/>
          </a:prstGeom>
          <a:noFill/>
          <a:ln/>
        </p:spPr>
        <p:txBody>
          <a:bodyPr wrap="square" lIns="0" tIns="0" rIns="0" bIns="0" rtlCol="0" anchor="ctr"/>
          <a:lstStyle/>
          <a:p>
            <a:pPr marL="0" indent="0" algn="ctr">
              <a:buNone/>
            </a:pPr>
            <a:r>
              <a:rPr lang="en-US" sz="2200" kern="0" spc="60" dirty="0">
                <a:solidFill>
                  <a:srgbClr val="8A93A0"/>
                </a:solidFill>
                <a:latin typeface="Segoe UI" pitchFamily="34" charset="0"/>
                <a:ea typeface="Segoe UI" pitchFamily="34" charset="-122"/>
                <a:cs typeface="Segoe UI" pitchFamily="34" charset="-120"/>
              </a:rPr>
              <a:t>Test </a:t>
            </a:r>
            <a:r>
              <a:rPr lang="en-US" sz="2200" b="1" kern="0" spc="60" dirty="0">
                <a:solidFill>
                  <a:srgbClr val="15181D"/>
                </a:solidFill>
                <a:latin typeface="Segoe UI" pitchFamily="34" charset="0"/>
                <a:ea typeface="Segoe UI" pitchFamily="34" charset="-122"/>
                <a:cs typeface="Segoe UI" pitchFamily="34" charset="-120"/>
              </a:rPr>
              <a:t>Next Generation</a:t>
            </a:r>
            <a:endParaRPr lang="en-US" sz="2200" dirty="0"/>
          </a:p>
        </p:txBody>
      </p:sp>
      <p:sp>
        <p:nvSpPr>
          <p:cNvPr id="4" name="s01_anim003"/>
          <p:cNvSpPr/>
          <p:nvPr/>
        </p:nvSpPr>
        <p:spPr>
          <a:xfrm>
            <a:off x="5577840" y="4572000"/>
            <a:ext cx="402336" cy="64008"/>
          </a:xfrm>
          <a:prstGeom prst="roundRect">
            <a:avLst>
              <a:gd name="adj" fmla="val 50000"/>
            </a:avLst>
          </a:prstGeom>
          <a:solidFill>
            <a:srgbClr val="3457D5"/>
          </a:solidFill>
          <a:ln/>
        </p:spPr>
      </p:sp>
      <p:sp>
        <p:nvSpPr>
          <p:cNvPr id="5" name="s01_anim003"/>
          <p:cNvSpPr/>
          <p:nvPr/>
        </p:nvSpPr>
        <p:spPr>
          <a:xfrm>
            <a:off x="6089904" y="4572000"/>
            <a:ext cx="402336" cy="64008"/>
          </a:xfrm>
          <a:prstGeom prst="roundRect">
            <a:avLst>
              <a:gd name="adj" fmla="val 50000"/>
            </a:avLst>
          </a:prstGeom>
          <a:solidFill>
            <a:srgbClr val="0F766E"/>
          </a:solidFill>
          <a:ln/>
        </p:spPr>
      </p:sp>
      <p:sp>
        <p:nvSpPr>
          <p:cNvPr id="6" name="s01_anim003"/>
          <p:cNvSpPr/>
          <p:nvPr/>
        </p:nvSpPr>
        <p:spPr>
          <a:xfrm>
            <a:off x="6601968" y="4572000"/>
            <a:ext cx="402336" cy="64008"/>
          </a:xfrm>
          <a:prstGeom prst="roundRect">
            <a:avLst>
              <a:gd name="adj" fmla="val 50000"/>
            </a:avLst>
          </a:prstGeom>
          <a:solidFill>
            <a:srgbClr val="6D28D9"/>
          </a:solidFill>
          <a:ln/>
        </p:spPr>
      </p:sp>
      <p:sp>
        <p:nvSpPr>
          <p:cNvPr id="7" name="s01_anim003"/>
          <p:cNvSpPr txBox="1"/>
          <p:nvPr/>
        </p:nvSpPr>
        <p:spPr>
          <a:xfrm>
            <a:off x="731520" y="4828032"/>
            <a:ext cx="10725912" cy="365760"/>
          </a:xfrm>
          <a:prstGeom prst="rect">
            <a:avLst/>
          </a:prstGeom>
          <a:noFill/>
          <a:ln/>
        </p:spPr>
        <p:txBody>
          <a:bodyPr wrap="square" lIns="0" tIns="0" rIns="0" bIns="0" rtlCol="0" anchor="ctr"/>
          <a:lstStyle/>
          <a:p>
            <a:pPr marL="0" indent="0" algn="ctr">
              <a:buNone/>
            </a:pPr>
            <a:r>
              <a:rPr lang="en-US" sz="1150" kern="0" spc="80" dirty="0">
                <a:solidFill>
                  <a:schemeClr val="accent5">
                    <a:lumMod val="50000"/>
                  </a:schemeClr>
                </a:solidFill>
                <a:latin typeface="Segoe UI" pitchFamily="34" charset="0"/>
                <a:ea typeface="Segoe UI" pitchFamily="34" charset="-122"/>
                <a:cs typeface="Segoe UI" pitchFamily="34" charset="-120"/>
              </a:rPr>
              <a:t>What · History · Why      Pros · Cons · Highlight      Features · Users · Reference</a:t>
            </a:r>
            <a:endParaRPr lang="en-US" sz="1150" dirty="0">
              <a:solidFill>
                <a:schemeClr val="accent5">
                  <a:lumMod val="50000"/>
                </a:schemeClr>
              </a:solidFill>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par>
                          <p:cTn id="10" presetID="10" presetClass="entr" presetSubtype="0" fill="hold" grpId="0" nodeType="withEffect">
                            <p:stCondLst>
                              <p:cond delay="44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44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44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44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71C"/>
        </a:solidFill>
        <a:effectLst/>
      </p:bgPr>
    </p:bg>
    <p:spTree>
      <p:nvGrpSpPr>
        <p:cNvPr id="1" name=""/>
        <p:cNvGrpSpPr/>
        <p:nvPr/>
      </p:nvGrpSpPr>
      <p:grpSpPr>
        <a:xfrm>
          <a:off x="0" y="0"/>
          <a:ext cx="0" cy="0"/>
          <a:chOff x="0" y="0"/>
          <a:chExt cx="0" cy="0"/>
        </a:xfrm>
      </p:grpSpPr>
      <p:sp>
        <p:nvSpPr>
          <p:cNvPr id="2" name="s02_anim001"/>
          <p:cNvSpPr txBox="1"/>
          <p:nvPr/>
        </p:nvSpPr>
        <p:spPr>
          <a:xfrm>
            <a:off x="731520" y="1417320"/>
            <a:ext cx="10725912" cy="2194560"/>
          </a:xfrm>
          <a:prstGeom prst="rect">
            <a:avLst/>
          </a:prstGeom>
          <a:noFill/>
          <a:ln/>
        </p:spPr>
        <p:txBody>
          <a:bodyPr wrap="square" lIns="0" tIns="0" rIns="0" bIns="0" rtlCol="0" anchor="ctr"/>
          <a:lstStyle/>
          <a:p>
            <a:pPr marL="0" indent="0" algn="ctr">
              <a:buNone/>
            </a:pPr>
            <a:r>
              <a:rPr lang="en-US" sz="12800" b="1" kern="0" spc="400" dirty="0">
                <a:solidFill>
                  <a:srgbClr val="3457D5"/>
                </a:solidFill>
                <a:latin typeface="Cambria" pitchFamily="34" charset="0"/>
                <a:ea typeface="Cambria" pitchFamily="34" charset="-122"/>
                <a:cs typeface="Cambria" pitchFamily="34" charset="-120"/>
              </a:rPr>
              <a:t>I</a:t>
            </a:r>
            <a:endParaRPr lang="en-US" sz="12800" dirty="0"/>
          </a:p>
        </p:txBody>
      </p:sp>
      <p:sp>
        <p:nvSpPr>
          <p:cNvPr id="3" name="s02_anim002"/>
          <p:cNvSpPr txBox="1"/>
          <p:nvPr/>
        </p:nvSpPr>
        <p:spPr>
          <a:xfrm>
            <a:off x="731520" y="3611880"/>
            <a:ext cx="10725912"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Segoe UI" pitchFamily="34" charset="0"/>
                <a:ea typeface="Segoe UI" pitchFamily="34" charset="-122"/>
                <a:cs typeface="Segoe UI" pitchFamily="34" charset="-120"/>
              </a:rPr>
              <a:t>What  ·  History  ·  Why</a:t>
            </a:r>
            <a:endParaRPr lang="en-US" sz="4000" dirty="0"/>
          </a:p>
        </p:txBody>
      </p:sp>
      <p:sp>
        <p:nvSpPr>
          <p:cNvPr id="4" name="s02_anim003"/>
          <p:cNvSpPr/>
          <p:nvPr/>
        </p:nvSpPr>
        <p:spPr>
          <a:xfrm>
            <a:off x="5733288" y="4754880"/>
            <a:ext cx="731520" cy="64008"/>
          </a:xfrm>
          <a:prstGeom prst="roundRect">
            <a:avLst>
              <a:gd name="adj" fmla="val 50000"/>
            </a:avLst>
          </a:prstGeom>
          <a:solidFill>
            <a:srgbClr val="7C97F2"/>
          </a:solidFill>
          <a:ln/>
        </p:spPr>
      </p:sp>
      <p:sp>
        <p:nvSpPr>
          <p:cNvPr id="5" name="rail0"/>
          <p:cNvSpPr/>
          <p:nvPr/>
        </p:nvSpPr>
        <p:spPr>
          <a:xfrm>
            <a:off x="685800" y="6236208"/>
            <a:ext cx="402336" cy="64008"/>
          </a:xfrm>
          <a:prstGeom prst="roundRect">
            <a:avLst>
              <a:gd name="adj" fmla="val 50000"/>
            </a:avLst>
          </a:prstGeom>
          <a:solidFill>
            <a:srgbClr val="7C97F2"/>
          </a:solidFill>
          <a:ln/>
        </p:spPr>
      </p:sp>
      <p:sp>
        <p:nvSpPr>
          <p:cNvPr id="6" name="rail1"/>
          <p:cNvSpPr/>
          <p:nvPr/>
        </p:nvSpPr>
        <p:spPr>
          <a:xfrm>
            <a:off x="1197864" y="6236208"/>
            <a:ext cx="402336" cy="64008"/>
          </a:xfrm>
          <a:prstGeom prst="roundRect">
            <a:avLst>
              <a:gd name="adj" fmla="val 50000"/>
            </a:avLst>
          </a:prstGeom>
          <a:solidFill>
            <a:srgbClr val="3A3F47"/>
          </a:solidFill>
          <a:ln/>
        </p:spPr>
      </p:sp>
      <p:sp>
        <p:nvSpPr>
          <p:cNvPr id="7" name="rail2"/>
          <p:cNvSpPr/>
          <p:nvPr/>
        </p:nvSpPr>
        <p:spPr>
          <a:xfrm>
            <a:off x="1709928" y="6236208"/>
            <a:ext cx="402336" cy="64008"/>
          </a:xfrm>
          <a:prstGeom prst="roundRect">
            <a:avLst>
              <a:gd name="adj" fmla="val 50000"/>
            </a:avLst>
          </a:prstGeom>
          <a:solidFill>
            <a:srgbClr val="3A3F47"/>
          </a:solidFill>
          <a:ln/>
        </p:spPr>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par>
                          <p:cTn id="10" presetID="10" presetClass="entr" presetSubtype="0" fill="hold" grpId="0" nodeType="withEffect">
                            <p:stCondLst>
                              <p:cond delay="44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chromeDot"/>
          <p:cNvSpPr/>
          <p:nvPr/>
        </p:nvSpPr>
        <p:spPr>
          <a:xfrm>
            <a:off x="685800" y="438912"/>
            <a:ext cx="329184" cy="329184"/>
          </a:xfrm>
          <a:prstGeom prst="ellipse">
            <a:avLst/>
          </a:prstGeom>
          <a:solidFill>
            <a:srgbClr val="3457D5"/>
          </a:solidFill>
          <a:ln/>
        </p:spPr>
      </p:sp>
      <p:sp>
        <p:nvSpPr>
          <p:cNvPr id="3" name="chromeNum"/>
          <p:cNvSpPr txBox="1"/>
          <p:nvPr/>
        </p:nvSpPr>
        <p:spPr>
          <a:xfrm>
            <a:off x="685800" y="43891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a:t>
            </a:r>
            <a:endParaRPr lang="en-US" sz="1200" dirty="0"/>
          </a:p>
        </p:txBody>
      </p:sp>
      <p:sp>
        <p:nvSpPr>
          <p:cNvPr id="4" name="chromeLabel"/>
          <p:cNvSpPr txBox="1"/>
          <p:nvPr/>
        </p:nvSpPr>
        <p:spPr>
          <a:xfrm>
            <a:off x="1115568" y="438912"/>
            <a:ext cx="5486400" cy="329184"/>
          </a:xfrm>
          <a:prstGeom prst="rect">
            <a:avLst/>
          </a:prstGeom>
          <a:noFill/>
          <a:ln/>
        </p:spPr>
        <p:txBody>
          <a:bodyPr wrap="square" lIns="0" tIns="0" rIns="0" bIns="0" rtlCol="0" anchor="ctr"/>
          <a:lstStyle/>
          <a:p>
            <a:pPr marL="0" indent="0">
              <a:buNone/>
            </a:pPr>
            <a:r>
              <a:rPr lang="en-US" sz="1050" b="1" kern="0" spc="260" dirty="0">
                <a:solidFill>
                  <a:srgbClr val="3457D5"/>
                </a:solidFill>
                <a:latin typeface="Segoe UI" pitchFamily="34" charset="0"/>
                <a:ea typeface="Segoe UI" pitchFamily="34" charset="-122"/>
                <a:cs typeface="Segoe UI" pitchFamily="34" charset="-120"/>
              </a:rPr>
              <a:t>WHAT</a:t>
            </a:r>
            <a:endParaRPr lang="en-US" sz="1050" dirty="0"/>
          </a:p>
        </p:txBody>
      </p:sp>
      <p:sp>
        <p:nvSpPr>
          <p:cNvPr id="5" name="rail0"/>
          <p:cNvSpPr/>
          <p:nvPr/>
        </p:nvSpPr>
        <p:spPr>
          <a:xfrm>
            <a:off x="685800" y="6236208"/>
            <a:ext cx="402336" cy="64008"/>
          </a:xfrm>
          <a:prstGeom prst="roundRect">
            <a:avLst>
              <a:gd name="adj" fmla="val 50000"/>
            </a:avLst>
          </a:prstGeom>
          <a:solidFill>
            <a:srgbClr val="3457D5"/>
          </a:solidFill>
          <a:ln/>
        </p:spPr>
      </p:sp>
      <p:sp>
        <p:nvSpPr>
          <p:cNvPr id="6" name="rail1"/>
          <p:cNvSpPr/>
          <p:nvPr/>
        </p:nvSpPr>
        <p:spPr>
          <a:xfrm>
            <a:off x="1197864" y="6236208"/>
            <a:ext cx="402336" cy="64008"/>
          </a:xfrm>
          <a:prstGeom prst="roundRect">
            <a:avLst>
              <a:gd name="adj" fmla="val 50000"/>
            </a:avLst>
          </a:prstGeom>
          <a:solidFill>
            <a:srgbClr val="DCDEE3"/>
          </a:solidFill>
          <a:ln/>
        </p:spPr>
      </p:sp>
      <p:sp>
        <p:nvSpPr>
          <p:cNvPr id="7" name="rail2"/>
          <p:cNvSpPr/>
          <p:nvPr/>
        </p:nvSpPr>
        <p:spPr>
          <a:xfrm>
            <a:off x="1709928" y="6236208"/>
            <a:ext cx="402336" cy="64008"/>
          </a:xfrm>
          <a:prstGeom prst="roundRect">
            <a:avLst>
              <a:gd name="adj" fmla="val 50000"/>
            </a:avLst>
          </a:prstGeom>
          <a:solidFill>
            <a:srgbClr val="DCDEE3"/>
          </a:solidFill>
          <a:ln/>
        </p:spPr>
      </p:sp>
      <p:sp>
        <p:nvSpPr>
          <p:cNvPr id="8" name="chromePage"/>
          <p:cNvSpPr txBox="1"/>
          <p:nvPr/>
        </p:nvSpPr>
        <p:spPr>
          <a:xfrm>
            <a:off x="10241280" y="6089904"/>
            <a:ext cx="1280160" cy="365760"/>
          </a:xfrm>
          <a:prstGeom prst="rect">
            <a:avLst/>
          </a:prstGeom>
          <a:noFill/>
          <a:ln/>
        </p:spPr>
        <p:txBody>
          <a:bodyPr wrap="square" lIns="0" tIns="0" rIns="0" bIns="0" rtlCol="0" anchor="ctr"/>
          <a:lstStyle/>
          <a:p>
            <a:pPr marL="0" indent="0" algn="r">
              <a:buNone/>
            </a:pPr>
            <a:r>
              <a:rPr lang="en-US" sz="1050" b="1" kern="0" spc="120" dirty="0">
                <a:solidFill>
                  <a:srgbClr val="3C4450"/>
                </a:solidFill>
                <a:latin typeface="Segoe UI" pitchFamily="34" charset="0"/>
                <a:ea typeface="Segoe UI" pitchFamily="34" charset="-122"/>
                <a:cs typeface="Segoe UI" pitchFamily="34" charset="-120"/>
              </a:rPr>
              <a:t>3</a:t>
            </a:r>
            <a:r>
              <a:rPr lang="en-US" sz="1050" kern="0" spc="120" dirty="0">
                <a:solidFill>
                  <a:srgbClr val="B6BDC8"/>
                </a:solidFill>
                <a:latin typeface="Segoe UI" pitchFamily="34" charset="0"/>
                <a:ea typeface="Segoe UI" pitchFamily="34" charset="-122"/>
                <a:cs typeface="Segoe UI" pitchFamily="34" charset="-120"/>
              </a:rPr>
              <a:t>  / 20</a:t>
            </a:r>
            <a:endParaRPr lang="en-US" sz="1050" dirty="0"/>
          </a:p>
        </p:txBody>
      </p:sp>
      <p:pic>
        <p:nvPicPr>
          <p:cNvPr id="9" name="s03_anim001" descr="D:\learning material\SWT\_build\img\java.png"/>
          <p:cNvPicPr>
            <a:picLocks noChangeAspect="1"/>
          </p:cNvPicPr>
          <p:nvPr/>
        </p:nvPicPr>
        <p:blipFill>
          <a:blip r:embed="rId3"/>
          <a:stretch>
            <a:fillRect/>
          </a:stretch>
        </p:blipFill>
        <p:spPr>
          <a:xfrm>
            <a:off x="4453128" y="1591056"/>
            <a:ext cx="868680" cy="868680"/>
          </a:xfrm>
          <a:prstGeom prst="rect">
            <a:avLst/>
          </a:prstGeom>
        </p:spPr>
      </p:pic>
      <p:sp>
        <p:nvSpPr>
          <p:cNvPr id="10" name="s03_anim002"/>
          <p:cNvSpPr txBox="1"/>
          <p:nvPr/>
        </p:nvSpPr>
        <p:spPr>
          <a:xfrm>
            <a:off x="5321808" y="1591056"/>
            <a:ext cx="502920" cy="868680"/>
          </a:xfrm>
          <a:prstGeom prst="rect">
            <a:avLst/>
          </a:prstGeom>
          <a:noFill/>
          <a:ln/>
        </p:spPr>
        <p:txBody>
          <a:bodyPr wrap="square" lIns="0" tIns="0" rIns="0" bIns="0" rtlCol="0" anchor="ctr"/>
          <a:lstStyle/>
          <a:p>
            <a:pPr marL="0" indent="0" algn="ctr">
              <a:buNone/>
            </a:pPr>
            <a:r>
              <a:rPr lang="en-US" sz="2600" dirty="0">
                <a:solidFill>
                  <a:srgbClr val="D3D6DB"/>
                </a:solidFill>
                <a:latin typeface="Segoe UI" pitchFamily="34" charset="0"/>
                <a:ea typeface="Segoe UI" pitchFamily="34" charset="-122"/>
                <a:cs typeface="Segoe UI" pitchFamily="34" charset="-120"/>
              </a:rPr>
              <a:t>+</a:t>
            </a:r>
            <a:endParaRPr lang="en-US" sz="2600" dirty="0"/>
          </a:p>
        </p:txBody>
      </p:sp>
      <p:pic>
        <p:nvPicPr>
          <p:cNvPr id="11" name="s03_anim003" descr="D:\learning material\SWT\_build\img\testng.png"/>
          <p:cNvPicPr>
            <a:picLocks noChangeAspect="1"/>
          </p:cNvPicPr>
          <p:nvPr/>
        </p:nvPicPr>
        <p:blipFill>
          <a:blip r:embed="rId4"/>
          <a:stretch>
            <a:fillRect/>
          </a:stretch>
        </p:blipFill>
        <p:spPr>
          <a:xfrm>
            <a:off x="5824728" y="1807769"/>
            <a:ext cx="1920240" cy="444398"/>
          </a:xfrm>
          <a:prstGeom prst="rect">
            <a:avLst/>
          </a:prstGeom>
        </p:spPr>
      </p:pic>
      <p:sp>
        <p:nvSpPr>
          <p:cNvPr id="12" name="s03_anim004"/>
          <p:cNvSpPr txBox="1"/>
          <p:nvPr/>
        </p:nvSpPr>
        <p:spPr>
          <a:xfrm>
            <a:off x="731520" y="2971800"/>
            <a:ext cx="10725912" cy="914400"/>
          </a:xfrm>
          <a:prstGeom prst="rect">
            <a:avLst/>
          </a:prstGeom>
          <a:noFill/>
          <a:ln/>
        </p:spPr>
        <p:txBody>
          <a:bodyPr wrap="square" lIns="0" tIns="0" rIns="0" bIns="0" rtlCol="0" anchor="ctr"/>
          <a:lstStyle/>
          <a:p>
            <a:pPr marL="0" indent="0" algn="ctr">
              <a:buNone/>
            </a:pPr>
            <a:r>
              <a:rPr lang="en-US" sz="4000" b="1" dirty="0">
                <a:solidFill>
                  <a:srgbClr val="15181D"/>
                </a:solidFill>
                <a:latin typeface="Segoe UI" pitchFamily="34" charset="0"/>
                <a:ea typeface="Segoe UI" pitchFamily="34" charset="-122"/>
                <a:cs typeface="Segoe UI" pitchFamily="34" charset="-120"/>
              </a:rPr>
              <a:t>Write  ·  Organise  ·  </a:t>
            </a:r>
            <a:r>
              <a:rPr lang="en-US" sz="4000" b="1" dirty="0">
                <a:solidFill>
                  <a:srgbClr val="3457D5"/>
                </a:solidFill>
                <a:latin typeface="Segoe UI" pitchFamily="34" charset="0"/>
                <a:ea typeface="Segoe UI" pitchFamily="34" charset="-122"/>
                <a:cs typeface="Segoe UI" pitchFamily="34" charset="-120"/>
              </a:rPr>
              <a:t>Orchestrate</a:t>
            </a:r>
            <a:endParaRPr lang="en-US" sz="4000" dirty="0"/>
          </a:p>
        </p:txBody>
      </p:sp>
      <p:sp>
        <p:nvSpPr>
          <p:cNvPr id="13" name="s03_anim005"/>
          <p:cNvSpPr txBox="1"/>
          <p:nvPr/>
        </p:nvSpPr>
        <p:spPr>
          <a:xfrm>
            <a:off x="731520" y="3977640"/>
            <a:ext cx="10725912" cy="457200"/>
          </a:xfrm>
          <a:prstGeom prst="rect">
            <a:avLst/>
          </a:prstGeom>
          <a:noFill/>
          <a:ln/>
        </p:spPr>
        <p:txBody>
          <a:bodyPr wrap="square" lIns="0" tIns="0" rIns="0" bIns="0" rtlCol="0" anchor="ctr"/>
          <a:lstStyle/>
          <a:p>
            <a:pPr marL="0" indent="0" algn="ctr">
              <a:buNone/>
            </a:pPr>
            <a:r>
              <a:rPr lang="en-US" sz="1600" dirty="0">
                <a:solidFill>
                  <a:srgbClr val="8A93A0"/>
                </a:solidFill>
                <a:latin typeface="Segoe UI" pitchFamily="34" charset="0"/>
                <a:ea typeface="Segoe UI" pitchFamily="34" charset="-122"/>
                <a:cs typeface="Segoe UI" pitchFamily="34" charset="-120"/>
              </a:rPr>
              <a:t>Open-source testing framework for Java.</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0" presetID="10" presetClass="entr" presetSubtype="0" fill="hold" grpId="0" nodeType="withEffect">
                            <p:stCondLst>
                              <p:cond delay="44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66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88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p:bldP spid="12"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chromeDot"/>
          <p:cNvSpPr/>
          <p:nvPr/>
        </p:nvSpPr>
        <p:spPr>
          <a:xfrm>
            <a:off x="685800" y="438912"/>
            <a:ext cx="329184" cy="329184"/>
          </a:xfrm>
          <a:prstGeom prst="ellipse">
            <a:avLst/>
          </a:prstGeom>
          <a:solidFill>
            <a:srgbClr val="3457D5"/>
          </a:solidFill>
          <a:ln/>
        </p:spPr>
      </p:sp>
      <p:sp>
        <p:nvSpPr>
          <p:cNvPr id="3" name="chromeNum"/>
          <p:cNvSpPr txBox="1"/>
          <p:nvPr/>
        </p:nvSpPr>
        <p:spPr>
          <a:xfrm>
            <a:off x="685800" y="43891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a:t>
            </a:r>
            <a:endParaRPr lang="en-US" sz="1200" dirty="0"/>
          </a:p>
        </p:txBody>
      </p:sp>
      <p:sp>
        <p:nvSpPr>
          <p:cNvPr id="4" name="chromeLabel"/>
          <p:cNvSpPr txBox="1"/>
          <p:nvPr/>
        </p:nvSpPr>
        <p:spPr>
          <a:xfrm>
            <a:off x="1115568" y="438912"/>
            <a:ext cx="5486400" cy="329184"/>
          </a:xfrm>
          <a:prstGeom prst="rect">
            <a:avLst/>
          </a:prstGeom>
          <a:noFill/>
          <a:ln/>
        </p:spPr>
        <p:txBody>
          <a:bodyPr wrap="square" lIns="0" tIns="0" rIns="0" bIns="0" rtlCol="0" anchor="ctr"/>
          <a:lstStyle/>
          <a:p>
            <a:pPr marL="0" indent="0">
              <a:buNone/>
            </a:pPr>
            <a:r>
              <a:rPr lang="en-US" sz="1050" b="1" kern="0" spc="260" dirty="0">
                <a:solidFill>
                  <a:srgbClr val="3457D5"/>
                </a:solidFill>
                <a:latin typeface="Segoe UI" pitchFamily="34" charset="0"/>
                <a:ea typeface="Segoe UI" pitchFamily="34" charset="-122"/>
                <a:cs typeface="Segoe UI" pitchFamily="34" charset="-120"/>
              </a:rPr>
              <a:t>WHAT · ARCHITECTURE</a:t>
            </a:r>
            <a:endParaRPr lang="en-US" sz="1050" dirty="0"/>
          </a:p>
        </p:txBody>
      </p:sp>
      <p:sp>
        <p:nvSpPr>
          <p:cNvPr id="5" name="rail0"/>
          <p:cNvSpPr/>
          <p:nvPr/>
        </p:nvSpPr>
        <p:spPr>
          <a:xfrm>
            <a:off x="685800" y="6236208"/>
            <a:ext cx="402336" cy="64008"/>
          </a:xfrm>
          <a:prstGeom prst="roundRect">
            <a:avLst>
              <a:gd name="adj" fmla="val 50000"/>
            </a:avLst>
          </a:prstGeom>
          <a:solidFill>
            <a:srgbClr val="3457D5"/>
          </a:solidFill>
          <a:ln/>
        </p:spPr>
      </p:sp>
      <p:sp>
        <p:nvSpPr>
          <p:cNvPr id="6" name="rail1"/>
          <p:cNvSpPr/>
          <p:nvPr/>
        </p:nvSpPr>
        <p:spPr>
          <a:xfrm>
            <a:off x="1197864" y="6236208"/>
            <a:ext cx="402336" cy="64008"/>
          </a:xfrm>
          <a:prstGeom prst="roundRect">
            <a:avLst>
              <a:gd name="adj" fmla="val 50000"/>
            </a:avLst>
          </a:prstGeom>
          <a:solidFill>
            <a:srgbClr val="DCDEE3"/>
          </a:solidFill>
          <a:ln/>
        </p:spPr>
      </p:sp>
      <p:sp>
        <p:nvSpPr>
          <p:cNvPr id="7" name="rail2"/>
          <p:cNvSpPr/>
          <p:nvPr/>
        </p:nvSpPr>
        <p:spPr>
          <a:xfrm>
            <a:off x="1709928" y="6236208"/>
            <a:ext cx="402336" cy="64008"/>
          </a:xfrm>
          <a:prstGeom prst="roundRect">
            <a:avLst>
              <a:gd name="adj" fmla="val 50000"/>
            </a:avLst>
          </a:prstGeom>
          <a:solidFill>
            <a:srgbClr val="DCDEE3"/>
          </a:solidFill>
          <a:ln/>
        </p:spPr>
      </p:sp>
      <p:sp>
        <p:nvSpPr>
          <p:cNvPr id="8" name="chromePage"/>
          <p:cNvSpPr txBox="1"/>
          <p:nvPr/>
        </p:nvSpPr>
        <p:spPr>
          <a:xfrm>
            <a:off x="10241280" y="6089904"/>
            <a:ext cx="1280160" cy="365760"/>
          </a:xfrm>
          <a:prstGeom prst="rect">
            <a:avLst/>
          </a:prstGeom>
          <a:noFill/>
          <a:ln/>
        </p:spPr>
        <p:txBody>
          <a:bodyPr wrap="square" lIns="0" tIns="0" rIns="0" bIns="0" rtlCol="0" anchor="ctr"/>
          <a:lstStyle/>
          <a:p>
            <a:pPr marL="0" indent="0" algn="r">
              <a:buNone/>
            </a:pPr>
            <a:r>
              <a:rPr lang="en-US" sz="1050" b="1" kern="0" spc="120" dirty="0">
                <a:solidFill>
                  <a:srgbClr val="3C4450"/>
                </a:solidFill>
                <a:latin typeface="Segoe UI" pitchFamily="34" charset="0"/>
                <a:ea typeface="Segoe UI" pitchFamily="34" charset="-122"/>
                <a:cs typeface="Segoe UI" pitchFamily="34" charset="-120"/>
              </a:rPr>
              <a:t>4</a:t>
            </a:r>
            <a:r>
              <a:rPr lang="en-US" sz="1050" kern="0" spc="120" dirty="0">
                <a:solidFill>
                  <a:srgbClr val="B6BDC8"/>
                </a:solidFill>
                <a:latin typeface="Segoe UI" pitchFamily="34" charset="0"/>
                <a:ea typeface="Segoe UI" pitchFamily="34" charset="-122"/>
                <a:cs typeface="Segoe UI" pitchFamily="34" charset="-120"/>
              </a:rPr>
              <a:t>  / 20</a:t>
            </a:r>
            <a:endParaRPr lang="en-US" sz="1050" dirty="0"/>
          </a:p>
        </p:txBody>
      </p:sp>
      <p:sp>
        <p:nvSpPr>
          <p:cNvPr id="9" name="s04_anim001"/>
          <p:cNvSpPr txBox="1"/>
          <p:nvPr/>
        </p:nvSpPr>
        <p:spPr>
          <a:xfrm>
            <a:off x="731520" y="1078992"/>
            <a:ext cx="10725912" cy="822960"/>
          </a:xfrm>
          <a:prstGeom prst="rect">
            <a:avLst/>
          </a:prstGeom>
          <a:noFill/>
          <a:ln/>
        </p:spPr>
        <p:txBody>
          <a:bodyPr wrap="square" lIns="0" tIns="0" rIns="0" bIns="0" rtlCol="0" anchor="ctr"/>
          <a:lstStyle/>
          <a:p>
            <a:pPr marL="0" indent="0" algn="ctr">
              <a:buNone/>
            </a:pPr>
            <a:r>
              <a:rPr lang="en-US" sz="3400" b="1" dirty="0">
                <a:solidFill>
                  <a:srgbClr val="15181D"/>
                </a:solidFill>
                <a:latin typeface="Segoe UI" pitchFamily="34" charset="0"/>
                <a:ea typeface="Segoe UI" pitchFamily="34" charset="-122"/>
                <a:cs typeface="Segoe UI" pitchFamily="34" charset="-120"/>
              </a:rPr>
              <a:t>Config in — </a:t>
            </a:r>
            <a:r>
              <a:rPr lang="en-US" sz="3400" b="1" dirty="0">
                <a:solidFill>
                  <a:srgbClr val="3457D5"/>
                </a:solidFill>
                <a:latin typeface="Segoe UI" pitchFamily="34" charset="0"/>
                <a:ea typeface="Segoe UI" pitchFamily="34" charset="-122"/>
                <a:cs typeface="Segoe UI" pitchFamily="34" charset="-120"/>
              </a:rPr>
              <a:t>decisions</a:t>
            </a:r>
            <a:r>
              <a:rPr lang="en-US" sz="3400" b="1" dirty="0">
                <a:solidFill>
                  <a:srgbClr val="15181D"/>
                </a:solidFill>
                <a:latin typeface="Segoe UI" pitchFamily="34" charset="0"/>
                <a:ea typeface="Segoe UI" pitchFamily="34" charset="-122"/>
                <a:cs typeface="Segoe UI" pitchFamily="34" charset="-120"/>
              </a:rPr>
              <a:t> out</a:t>
            </a:r>
            <a:endParaRPr lang="en-US" sz="3400" dirty="0"/>
          </a:p>
        </p:txBody>
      </p:sp>
      <p:sp>
        <p:nvSpPr>
          <p:cNvPr id="10" name="s04_anim002"/>
          <p:cNvSpPr/>
          <p:nvPr/>
        </p:nvSpPr>
        <p:spPr>
          <a:xfrm>
            <a:off x="777240" y="2176272"/>
            <a:ext cx="2377440" cy="749808"/>
          </a:xfrm>
          <a:prstGeom prst="roundRect">
            <a:avLst>
              <a:gd name="adj" fmla="val 14634"/>
            </a:avLst>
          </a:prstGeom>
          <a:solidFill>
            <a:srgbClr val="FFFFFF"/>
          </a:solidFill>
          <a:ln w="12700">
            <a:solidFill>
              <a:srgbClr val="DFE3EA"/>
            </a:solidFill>
            <a:prstDash val="solid"/>
          </a:ln>
          <a:effectLst>
            <a:outerShdw blurRad="177800" dist="38100" dir="5400000" algn="bl" rotWithShape="0">
              <a:srgbClr val="101C28">
                <a:alpha val="9000"/>
              </a:srgbClr>
            </a:outerShdw>
          </a:effectLst>
        </p:spPr>
      </p:sp>
      <p:sp>
        <p:nvSpPr>
          <p:cNvPr id="11" name="s04_anim002"/>
          <p:cNvSpPr txBox="1"/>
          <p:nvPr/>
        </p:nvSpPr>
        <p:spPr>
          <a:xfrm>
            <a:off x="777240" y="2304288"/>
            <a:ext cx="2377440" cy="329184"/>
          </a:xfrm>
          <a:prstGeom prst="rect">
            <a:avLst/>
          </a:prstGeom>
          <a:noFill/>
          <a:ln/>
        </p:spPr>
        <p:txBody>
          <a:bodyPr wrap="square" lIns="0" tIns="0" rIns="0" bIns="0" rtlCol="0" anchor="ctr"/>
          <a:lstStyle/>
          <a:p>
            <a:pPr marL="0" indent="0" algn="ctr">
              <a:buNone/>
            </a:pPr>
            <a:r>
              <a:rPr lang="en-US" sz="1400" b="1" dirty="0">
                <a:solidFill>
                  <a:srgbClr val="15181D"/>
                </a:solidFill>
                <a:latin typeface="Segoe UI" pitchFamily="34" charset="0"/>
                <a:ea typeface="Segoe UI" pitchFamily="34" charset="-122"/>
                <a:cs typeface="Segoe UI" pitchFamily="34" charset="-120"/>
              </a:rPr>
              <a:t>testng.xml</a:t>
            </a:r>
            <a:endParaRPr lang="en-US" sz="1400" dirty="0"/>
          </a:p>
        </p:txBody>
      </p:sp>
      <p:sp>
        <p:nvSpPr>
          <p:cNvPr id="12" name="s04_anim002"/>
          <p:cNvSpPr txBox="1"/>
          <p:nvPr/>
        </p:nvSpPr>
        <p:spPr>
          <a:xfrm>
            <a:off x="777240" y="2596896"/>
            <a:ext cx="2377440" cy="274320"/>
          </a:xfrm>
          <a:prstGeom prst="rect">
            <a:avLst/>
          </a:prstGeom>
          <a:noFill/>
          <a:ln/>
        </p:spPr>
        <p:txBody>
          <a:bodyPr wrap="square" lIns="0" tIns="0" rIns="0" bIns="0" rtlCol="0" anchor="ctr"/>
          <a:lstStyle/>
          <a:p>
            <a:pPr marL="0" indent="0" algn="ctr">
              <a:buNone/>
            </a:pPr>
            <a:r>
              <a:rPr lang="en-US" sz="1000" dirty="0">
                <a:solidFill>
                  <a:srgbClr val="8A93A0"/>
                </a:solidFill>
                <a:latin typeface="Segoe UI" pitchFamily="34" charset="0"/>
                <a:ea typeface="Segoe UI" pitchFamily="34" charset="-122"/>
                <a:cs typeface="Segoe UI" pitchFamily="34" charset="-120"/>
              </a:rPr>
              <a:t>suites · groups · threads</a:t>
            </a:r>
            <a:endParaRPr lang="en-US" sz="1000" dirty="0"/>
          </a:p>
        </p:txBody>
      </p:sp>
      <p:sp>
        <p:nvSpPr>
          <p:cNvPr id="13" name="s04_anim002"/>
          <p:cNvSpPr/>
          <p:nvPr/>
        </p:nvSpPr>
        <p:spPr>
          <a:xfrm>
            <a:off x="777240" y="3127248"/>
            <a:ext cx="2377440" cy="749808"/>
          </a:xfrm>
          <a:prstGeom prst="roundRect">
            <a:avLst>
              <a:gd name="adj" fmla="val 14634"/>
            </a:avLst>
          </a:prstGeom>
          <a:solidFill>
            <a:srgbClr val="FFFFFF"/>
          </a:solidFill>
          <a:ln w="12700">
            <a:solidFill>
              <a:srgbClr val="DFE3EA"/>
            </a:solidFill>
            <a:prstDash val="solid"/>
          </a:ln>
          <a:effectLst>
            <a:outerShdw blurRad="177800" dist="38100" dir="5400000" algn="bl" rotWithShape="0">
              <a:srgbClr val="101C28">
                <a:alpha val="9000"/>
              </a:srgbClr>
            </a:outerShdw>
          </a:effectLst>
        </p:spPr>
      </p:sp>
      <p:sp>
        <p:nvSpPr>
          <p:cNvPr id="14" name="s04_anim002"/>
          <p:cNvSpPr txBox="1"/>
          <p:nvPr/>
        </p:nvSpPr>
        <p:spPr>
          <a:xfrm>
            <a:off x="777240" y="3255264"/>
            <a:ext cx="2377440" cy="329184"/>
          </a:xfrm>
          <a:prstGeom prst="rect">
            <a:avLst/>
          </a:prstGeom>
          <a:noFill/>
          <a:ln/>
        </p:spPr>
        <p:txBody>
          <a:bodyPr wrap="square" lIns="0" tIns="0" rIns="0" bIns="0" rtlCol="0" anchor="ctr"/>
          <a:lstStyle/>
          <a:p>
            <a:pPr marL="0" indent="0" algn="ctr">
              <a:buNone/>
            </a:pPr>
            <a:r>
              <a:rPr lang="en-US" sz="1400" b="1" dirty="0">
                <a:solidFill>
                  <a:srgbClr val="15181D"/>
                </a:solidFill>
                <a:latin typeface="Segoe UI" pitchFamily="34" charset="0"/>
                <a:ea typeface="Segoe UI" pitchFamily="34" charset="-122"/>
                <a:cs typeface="Segoe UI" pitchFamily="34" charset="-120"/>
              </a:rPr>
              <a:t>@Annotations</a:t>
            </a:r>
            <a:endParaRPr lang="en-US" sz="1400" dirty="0"/>
          </a:p>
        </p:txBody>
      </p:sp>
      <p:sp>
        <p:nvSpPr>
          <p:cNvPr id="15" name="s04_anim002"/>
          <p:cNvSpPr txBox="1"/>
          <p:nvPr/>
        </p:nvSpPr>
        <p:spPr>
          <a:xfrm>
            <a:off x="777240" y="3547872"/>
            <a:ext cx="2377440" cy="274320"/>
          </a:xfrm>
          <a:prstGeom prst="rect">
            <a:avLst/>
          </a:prstGeom>
          <a:noFill/>
          <a:ln/>
        </p:spPr>
        <p:txBody>
          <a:bodyPr wrap="square" lIns="0" tIns="0" rIns="0" bIns="0" rtlCol="0" anchor="ctr"/>
          <a:lstStyle/>
          <a:p>
            <a:pPr marL="0" indent="0" algn="ctr">
              <a:buNone/>
            </a:pPr>
            <a:r>
              <a:rPr lang="en-US" sz="1000" dirty="0">
                <a:solidFill>
                  <a:srgbClr val="8A93A0"/>
                </a:solidFill>
                <a:latin typeface="Segoe UI" pitchFamily="34" charset="0"/>
                <a:ea typeface="Segoe UI" pitchFamily="34" charset="-122"/>
                <a:cs typeface="Segoe UI" pitchFamily="34" charset="-120"/>
              </a:rPr>
              <a:t>@Test · lifecycle · depends</a:t>
            </a:r>
            <a:endParaRPr lang="en-US" sz="1000" dirty="0"/>
          </a:p>
        </p:txBody>
      </p:sp>
      <p:sp>
        <p:nvSpPr>
          <p:cNvPr id="16" name="s04_anim002"/>
          <p:cNvSpPr/>
          <p:nvPr/>
        </p:nvSpPr>
        <p:spPr>
          <a:xfrm>
            <a:off x="777240" y="4078224"/>
            <a:ext cx="2377440" cy="749808"/>
          </a:xfrm>
          <a:prstGeom prst="roundRect">
            <a:avLst>
              <a:gd name="adj" fmla="val 14634"/>
            </a:avLst>
          </a:prstGeom>
          <a:solidFill>
            <a:srgbClr val="FFFFFF"/>
          </a:solidFill>
          <a:ln w="12700">
            <a:solidFill>
              <a:srgbClr val="DFE3EA"/>
            </a:solidFill>
            <a:prstDash val="solid"/>
          </a:ln>
          <a:effectLst>
            <a:outerShdw blurRad="177800" dist="38100" dir="5400000" algn="bl" rotWithShape="0">
              <a:srgbClr val="101C28">
                <a:alpha val="9000"/>
              </a:srgbClr>
            </a:outerShdw>
          </a:effectLst>
        </p:spPr>
      </p:sp>
      <p:sp>
        <p:nvSpPr>
          <p:cNvPr id="17" name="s04_anim002"/>
          <p:cNvSpPr txBox="1"/>
          <p:nvPr/>
        </p:nvSpPr>
        <p:spPr>
          <a:xfrm>
            <a:off x="777240" y="4206240"/>
            <a:ext cx="2377440" cy="329184"/>
          </a:xfrm>
          <a:prstGeom prst="rect">
            <a:avLst/>
          </a:prstGeom>
          <a:noFill/>
          <a:ln/>
        </p:spPr>
        <p:txBody>
          <a:bodyPr wrap="square" lIns="0" tIns="0" rIns="0" bIns="0" rtlCol="0" anchor="ctr"/>
          <a:lstStyle/>
          <a:p>
            <a:pPr marL="0" indent="0" algn="ctr">
              <a:buNone/>
            </a:pPr>
            <a:r>
              <a:rPr lang="en-US" sz="1400" b="1" dirty="0">
                <a:solidFill>
                  <a:srgbClr val="15181D"/>
                </a:solidFill>
                <a:latin typeface="Segoe UI" pitchFamily="34" charset="0"/>
                <a:ea typeface="Segoe UI" pitchFamily="34" charset="-122"/>
                <a:cs typeface="Segoe UI" pitchFamily="34" charset="-120"/>
              </a:rPr>
              <a:t>@DataProvider</a:t>
            </a:r>
            <a:endParaRPr lang="en-US" sz="1400" dirty="0"/>
          </a:p>
        </p:txBody>
      </p:sp>
      <p:sp>
        <p:nvSpPr>
          <p:cNvPr id="18" name="s04_anim002"/>
          <p:cNvSpPr txBox="1"/>
          <p:nvPr/>
        </p:nvSpPr>
        <p:spPr>
          <a:xfrm>
            <a:off x="777240" y="4498848"/>
            <a:ext cx="2377440" cy="274320"/>
          </a:xfrm>
          <a:prstGeom prst="rect">
            <a:avLst/>
          </a:prstGeom>
          <a:noFill/>
          <a:ln/>
        </p:spPr>
        <p:txBody>
          <a:bodyPr wrap="square" lIns="0" tIns="0" rIns="0" bIns="0" rtlCol="0" anchor="ctr"/>
          <a:lstStyle/>
          <a:p>
            <a:pPr marL="0" indent="0" algn="ctr">
              <a:buNone/>
            </a:pPr>
            <a:r>
              <a:rPr lang="en-US" sz="1000" dirty="0">
                <a:solidFill>
                  <a:srgbClr val="8A93A0"/>
                </a:solidFill>
                <a:latin typeface="Segoe UI" pitchFamily="34" charset="0"/>
                <a:ea typeface="Segoe UI" pitchFamily="34" charset="-122"/>
                <a:cs typeface="Segoe UI" pitchFamily="34" charset="-120"/>
              </a:rPr>
              <a:t>@Factory</a:t>
            </a:r>
            <a:endParaRPr lang="en-US" sz="1000" dirty="0"/>
          </a:p>
        </p:txBody>
      </p:sp>
      <p:sp>
        <p:nvSpPr>
          <p:cNvPr id="19" name="s04_anim003"/>
          <p:cNvSpPr/>
          <p:nvPr/>
        </p:nvSpPr>
        <p:spPr>
          <a:xfrm>
            <a:off x="3200400" y="2551176"/>
            <a:ext cx="777240" cy="512064"/>
          </a:xfrm>
          <a:prstGeom prst="line">
            <a:avLst/>
          </a:prstGeom>
          <a:noFill/>
          <a:ln w="15875">
            <a:solidFill>
              <a:srgbClr val="C7CDD6"/>
            </a:solidFill>
            <a:prstDash val="solid"/>
            <a:headEnd type="none"/>
            <a:tailEnd type="triangle"/>
          </a:ln>
        </p:spPr>
      </p:sp>
      <p:sp>
        <p:nvSpPr>
          <p:cNvPr id="20" name="s04_anim003"/>
          <p:cNvSpPr/>
          <p:nvPr/>
        </p:nvSpPr>
        <p:spPr>
          <a:xfrm>
            <a:off x="3200400" y="3502152"/>
            <a:ext cx="777240" cy="0"/>
          </a:xfrm>
          <a:prstGeom prst="line">
            <a:avLst/>
          </a:prstGeom>
          <a:noFill/>
          <a:ln w="15875">
            <a:solidFill>
              <a:srgbClr val="C7CDD6"/>
            </a:solidFill>
            <a:prstDash val="solid"/>
            <a:headEnd type="none"/>
            <a:tailEnd type="triangle"/>
          </a:ln>
        </p:spPr>
      </p:sp>
      <p:sp>
        <p:nvSpPr>
          <p:cNvPr id="21" name="s04_anim003"/>
          <p:cNvSpPr/>
          <p:nvPr/>
        </p:nvSpPr>
        <p:spPr>
          <a:xfrm flipV="1">
            <a:off x="3200400" y="3950208"/>
            <a:ext cx="777240" cy="502920"/>
          </a:xfrm>
          <a:prstGeom prst="line">
            <a:avLst/>
          </a:prstGeom>
          <a:noFill/>
          <a:ln w="15875">
            <a:solidFill>
              <a:srgbClr val="C7CDD6"/>
            </a:solidFill>
            <a:prstDash val="solid"/>
            <a:headEnd type="none"/>
            <a:tailEnd type="triangle"/>
          </a:ln>
        </p:spPr>
      </p:sp>
      <p:sp>
        <p:nvSpPr>
          <p:cNvPr id="22" name="s04_anim004"/>
          <p:cNvSpPr/>
          <p:nvPr/>
        </p:nvSpPr>
        <p:spPr>
          <a:xfrm>
            <a:off x="4069080" y="2395728"/>
            <a:ext cx="3200400" cy="2212848"/>
          </a:xfrm>
          <a:prstGeom prst="roundRect">
            <a:avLst>
              <a:gd name="adj" fmla="val 6612"/>
            </a:avLst>
          </a:prstGeom>
          <a:solidFill>
            <a:srgbClr val="F1F4FE"/>
          </a:solidFill>
          <a:ln w="22225">
            <a:solidFill>
              <a:srgbClr val="3457D5"/>
            </a:solidFill>
            <a:prstDash val="solid"/>
          </a:ln>
          <a:effectLst>
            <a:outerShdw blurRad="177800" dist="38100" dir="5400000" algn="bl" rotWithShape="0">
              <a:srgbClr val="101C28">
                <a:alpha val="9000"/>
              </a:srgbClr>
            </a:outerShdw>
          </a:effectLst>
        </p:spPr>
      </p:sp>
      <p:sp>
        <p:nvSpPr>
          <p:cNvPr id="23" name="s04_anim004"/>
          <p:cNvSpPr txBox="1"/>
          <p:nvPr/>
        </p:nvSpPr>
        <p:spPr>
          <a:xfrm>
            <a:off x="4069080" y="2651760"/>
            <a:ext cx="3200400" cy="457200"/>
          </a:xfrm>
          <a:prstGeom prst="rect">
            <a:avLst/>
          </a:prstGeom>
          <a:noFill/>
          <a:ln/>
        </p:spPr>
        <p:txBody>
          <a:bodyPr wrap="square" lIns="0" tIns="0" rIns="0" bIns="0" rtlCol="0" anchor="ctr"/>
          <a:lstStyle/>
          <a:p>
            <a:pPr marL="0" indent="0" algn="ctr">
              <a:buNone/>
            </a:pPr>
            <a:r>
              <a:rPr lang="en-US" sz="2000" b="1" dirty="0">
                <a:solidFill>
                  <a:srgbClr val="15181D"/>
                </a:solidFill>
                <a:latin typeface="Segoe UI" pitchFamily="34" charset="0"/>
                <a:ea typeface="Segoe UI" pitchFamily="34" charset="-122"/>
                <a:cs typeface="Segoe UI" pitchFamily="34" charset="-120"/>
              </a:rPr>
              <a:t>TestNG Engine</a:t>
            </a:r>
            <a:endParaRPr lang="en-US" sz="2000" dirty="0"/>
          </a:p>
        </p:txBody>
      </p:sp>
      <p:sp>
        <p:nvSpPr>
          <p:cNvPr id="24" name="s04_anim004"/>
          <p:cNvSpPr txBox="1"/>
          <p:nvPr/>
        </p:nvSpPr>
        <p:spPr>
          <a:xfrm>
            <a:off x="4069080" y="3154680"/>
            <a:ext cx="3200400" cy="1188720"/>
          </a:xfrm>
          <a:prstGeom prst="rect">
            <a:avLst/>
          </a:prstGeom>
          <a:noFill/>
          <a:ln/>
        </p:spPr>
        <p:txBody>
          <a:bodyPr wrap="square" lIns="0" tIns="0" rIns="0" bIns="0" rtlCol="0" anchor="ctr"/>
          <a:lstStyle/>
          <a:p>
            <a:pPr marL="0" indent="0" algn="ctr">
              <a:lnSpc>
                <a:spcPts val="2100"/>
              </a:lnSpc>
              <a:buNone/>
            </a:pPr>
            <a:r>
              <a:rPr lang="en-US" sz="1250" dirty="0">
                <a:solidFill>
                  <a:srgbClr val="3C4450"/>
                </a:solidFill>
                <a:latin typeface="Segoe UI" pitchFamily="34" charset="0"/>
                <a:ea typeface="Segoe UI" pitchFamily="34" charset="-122"/>
                <a:cs typeface="Segoe UI" pitchFamily="34" charset="-120"/>
              </a:rPr>
              <a:t>resolve dependency graph</a:t>
            </a:r>
            <a:endParaRPr lang="en-US" sz="1250" dirty="0"/>
          </a:p>
          <a:p>
            <a:pPr marL="0" indent="0" algn="ctr">
              <a:lnSpc>
                <a:spcPts val="2100"/>
              </a:lnSpc>
              <a:buNone/>
            </a:pPr>
            <a:r>
              <a:rPr lang="en-US" sz="1250" dirty="0">
                <a:solidFill>
                  <a:srgbClr val="3C4450"/>
                </a:solidFill>
                <a:latin typeface="Segoe UI" pitchFamily="34" charset="0"/>
                <a:ea typeface="Segoe UI" pitchFamily="34" charset="-122"/>
                <a:cs typeface="Segoe UI" pitchFamily="34" charset="-120"/>
              </a:rPr>
              <a:t>schedule onto thread pool</a:t>
            </a:r>
            <a:endParaRPr lang="en-US" sz="1250" dirty="0"/>
          </a:p>
          <a:p>
            <a:pPr marL="0" indent="0" algn="ctr">
              <a:lnSpc>
                <a:spcPts val="2100"/>
              </a:lnSpc>
              <a:buNone/>
            </a:pPr>
            <a:r>
              <a:rPr lang="en-US" sz="1250" dirty="0">
                <a:solidFill>
                  <a:srgbClr val="3C4450"/>
                </a:solidFill>
                <a:latin typeface="Segoe UI" pitchFamily="34" charset="0"/>
                <a:ea typeface="Segoe UI" pitchFamily="34" charset="-122"/>
                <a:cs typeface="Segoe UI" pitchFamily="34" charset="-120"/>
              </a:rPr>
              <a:t>execute</a:t>
            </a:r>
            <a:endParaRPr lang="en-US" sz="1250" dirty="0"/>
          </a:p>
        </p:txBody>
      </p:sp>
      <p:sp>
        <p:nvSpPr>
          <p:cNvPr id="25" name="s04_anim005"/>
          <p:cNvSpPr/>
          <p:nvPr/>
        </p:nvSpPr>
        <p:spPr>
          <a:xfrm>
            <a:off x="7315200" y="3502152"/>
            <a:ext cx="685800" cy="0"/>
          </a:xfrm>
          <a:prstGeom prst="line">
            <a:avLst/>
          </a:prstGeom>
          <a:noFill/>
          <a:ln w="15875">
            <a:solidFill>
              <a:srgbClr val="C7CDD6"/>
            </a:solidFill>
            <a:prstDash val="solid"/>
            <a:headEnd type="none"/>
            <a:tailEnd type="triangle"/>
          </a:ln>
        </p:spPr>
      </p:sp>
      <p:sp>
        <p:nvSpPr>
          <p:cNvPr id="26" name="s04_anim005"/>
          <p:cNvSpPr/>
          <p:nvPr/>
        </p:nvSpPr>
        <p:spPr>
          <a:xfrm>
            <a:off x="8092440" y="3127248"/>
            <a:ext cx="1828800" cy="749808"/>
          </a:xfrm>
          <a:prstGeom prst="roundRect">
            <a:avLst>
              <a:gd name="adj" fmla="val 14634"/>
            </a:avLst>
          </a:prstGeom>
          <a:solidFill>
            <a:srgbClr val="FFFFFF"/>
          </a:solidFill>
          <a:ln w="12700">
            <a:solidFill>
              <a:srgbClr val="DFE3EA"/>
            </a:solidFill>
            <a:prstDash val="solid"/>
          </a:ln>
          <a:effectLst>
            <a:outerShdw blurRad="177800" dist="38100" dir="5400000" algn="bl" rotWithShape="0">
              <a:srgbClr val="101C28">
                <a:alpha val="9000"/>
              </a:srgbClr>
            </a:outerShdw>
          </a:effectLst>
        </p:spPr>
      </p:sp>
      <p:sp>
        <p:nvSpPr>
          <p:cNvPr id="27" name="s04_anim005"/>
          <p:cNvSpPr txBox="1"/>
          <p:nvPr/>
        </p:nvSpPr>
        <p:spPr>
          <a:xfrm>
            <a:off x="8092440" y="3255264"/>
            <a:ext cx="1828800" cy="329184"/>
          </a:xfrm>
          <a:prstGeom prst="rect">
            <a:avLst/>
          </a:prstGeom>
          <a:noFill/>
          <a:ln/>
        </p:spPr>
        <p:txBody>
          <a:bodyPr wrap="square" lIns="0" tIns="0" rIns="0" bIns="0" rtlCol="0" anchor="ctr"/>
          <a:lstStyle/>
          <a:p>
            <a:pPr marL="0" indent="0" algn="ctr">
              <a:buNone/>
            </a:pPr>
            <a:r>
              <a:rPr lang="en-US" sz="1400" b="1" dirty="0">
                <a:solidFill>
                  <a:srgbClr val="15181D"/>
                </a:solidFill>
                <a:latin typeface="Segoe UI" pitchFamily="34" charset="0"/>
                <a:ea typeface="Segoe UI" pitchFamily="34" charset="-122"/>
                <a:cs typeface="Segoe UI" pitchFamily="34" charset="-120"/>
              </a:rPr>
              <a:t>Listeners</a:t>
            </a:r>
            <a:endParaRPr lang="en-US" sz="1400" dirty="0"/>
          </a:p>
        </p:txBody>
      </p:sp>
      <p:sp>
        <p:nvSpPr>
          <p:cNvPr id="28" name="s04_anim005"/>
          <p:cNvSpPr txBox="1"/>
          <p:nvPr/>
        </p:nvSpPr>
        <p:spPr>
          <a:xfrm>
            <a:off x="8092440" y="3547872"/>
            <a:ext cx="1828800" cy="274320"/>
          </a:xfrm>
          <a:prstGeom prst="rect">
            <a:avLst/>
          </a:prstGeom>
          <a:noFill/>
          <a:ln/>
        </p:spPr>
        <p:txBody>
          <a:bodyPr wrap="square" lIns="0" tIns="0" rIns="0" bIns="0" rtlCol="0" anchor="ctr"/>
          <a:lstStyle/>
          <a:p>
            <a:pPr marL="0" indent="0" algn="ctr">
              <a:buNone/>
            </a:pPr>
            <a:r>
              <a:rPr lang="en-US" sz="1000" dirty="0">
                <a:solidFill>
                  <a:srgbClr val="8A93A0"/>
                </a:solidFill>
                <a:latin typeface="Segoe UI" pitchFamily="34" charset="0"/>
                <a:ea typeface="Segoe UI" pitchFamily="34" charset="-122"/>
                <a:cs typeface="Segoe UI" pitchFamily="34" charset="-120"/>
              </a:rPr>
              <a:t>every event</a:t>
            </a:r>
            <a:endParaRPr lang="en-US" sz="1000" dirty="0"/>
          </a:p>
        </p:txBody>
      </p:sp>
      <p:sp>
        <p:nvSpPr>
          <p:cNvPr id="29" name="s04_anim005"/>
          <p:cNvSpPr/>
          <p:nvPr/>
        </p:nvSpPr>
        <p:spPr>
          <a:xfrm flipV="1">
            <a:off x="9006840" y="2395728"/>
            <a:ext cx="914" cy="731520"/>
          </a:xfrm>
          <a:prstGeom prst="line">
            <a:avLst/>
          </a:prstGeom>
          <a:noFill/>
          <a:ln w="12700">
            <a:solidFill>
              <a:srgbClr val="C7CDD6"/>
            </a:solidFill>
            <a:prstDash val="dash"/>
          </a:ln>
        </p:spPr>
      </p:sp>
      <p:sp>
        <p:nvSpPr>
          <p:cNvPr id="30" name="s04_anim005"/>
          <p:cNvSpPr txBox="1"/>
          <p:nvPr/>
        </p:nvSpPr>
        <p:spPr>
          <a:xfrm>
            <a:off x="7772400" y="2029968"/>
            <a:ext cx="2468880" cy="320040"/>
          </a:xfrm>
          <a:prstGeom prst="rect">
            <a:avLst/>
          </a:prstGeom>
          <a:noFill/>
          <a:ln/>
        </p:spPr>
        <p:txBody>
          <a:bodyPr wrap="square" lIns="0" tIns="0" rIns="0" bIns="0" rtlCol="0" anchor="ctr"/>
          <a:lstStyle/>
          <a:p>
            <a:pPr marL="0" indent="0" algn="ctr">
              <a:buNone/>
            </a:pPr>
            <a:r>
              <a:rPr lang="en-US" sz="1050" dirty="0">
                <a:solidFill>
                  <a:srgbClr val="8A93A0"/>
                </a:solidFill>
                <a:latin typeface="Segoe UI" pitchFamily="34" charset="0"/>
                <a:ea typeface="Segoe UI" pitchFamily="34" charset="-122"/>
                <a:cs typeface="Segoe UI" pitchFamily="34" charset="-120"/>
              </a:rPr>
              <a:t>screenshot  ·  log  ·  retry</a:t>
            </a:r>
            <a:endParaRPr lang="en-US" sz="1050" dirty="0"/>
          </a:p>
        </p:txBody>
      </p:sp>
      <p:sp>
        <p:nvSpPr>
          <p:cNvPr id="31" name="s04_anim006"/>
          <p:cNvSpPr/>
          <p:nvPr/>
        </p:nvSpPr>
        <p:spPr>
          <a:xfrm>
            <a:off x="9966960" y="3502152"/>
            <a:ext cx="411480" cy="0"/>
          </a:xfrm>
          <a:prstGeom prst="line">
            <a:avLst/>
          </a:prstGeom>
          <a:noFill/>
          <a:ln w="15875">
            <a:solidFill>
              <a:srgbClr val="C7CDD6"/>
            </a:solidFill>
            <a:prstDash val="solid"/>
            <a:headEnd type="none"/>
            <a:tailEnd type="triangle"/>
          </a:ln>
        </p:spPr>
      </p:sp>
      <p:sp>
        <p:nvSpPr>
          <p:cNvPr id="32" name="s04_anim006"/>
          <p:cNvSpPr/>
          <p:nvPr/>
        </p:nvSpPr>
        <p:spPr>
          <a:xfrm>
            <a:off x="10469880" y="3127248"/>
            <a:ext cx="1280160" cy="749808"/>
          </a:xfrm>
          <a:prstGeom prst="roundRect">
            <a:avLst>
              <a:gd name="adj" fmla="val 14634"/>
            </a:avLst>
          </a:prstGeom>
          <a:solidFill>
            <a:srgbClr val="F0FDF4"/>
          </a:solidFill>
          <a:ln w="12700">
            <a:solidFill>
              <a:srgbClr val="9ED0B0"/>
            </a:solidFill>
            <a:prstDash val="solid"/>
          </a:ln>
          <a:effectLst>
            <a:outerShdw blurRad="177800" dist="38100" dir="5400000" algn="bl" rotWithShape="0">
              <a:srgbClr val="101C28">
                <a:alpha val="9000"/>
              </a:srgbClr>
            </a:outerShdw>
          </a:effectLst>
        </p:spPr>
      </p:sp>
      <p:sp>
        <p:nvSpPr>
          <p:cNvPr id="33" name="s04_anim006"/>
          <p:cNvSpPr txBox="1"/>
          <p:nvPr/>
        </p:nvSpPr>
        <p:spPr>
          <a:xfrm>
            <a:off x="10469880" y="3255264"/>
            <a:ext cx="1280160" cy="329184"/>
          </a:xfrm>
          <a:prstGeom prst="rect">
            <a:avLst/>
          </a:prstGeom>
          <a:noFill/>
          <a:ln/>
        </p:spPr>
        <p:txBody>
          <a:bodyPr wrap="square" lIns="0" tIns="0" rIns="0" bIns="0" rtlCol="0" anchor="ctr"/>
          <a:lstStyle/>
          <a:p>
            <a:pPr marL="0" indent="0" algn="ctr">
              <a:buNone/>
            </a:pPr>
            <a:r>
              <a:rPr lang="en-US" sz="1300" b="1" dirty="0">
                <a:solidFill>
                  <a:srgbClr val="15803D"/>
                </a:solidFill>
                <a:latin typeface="Segoe UI" pitchFamily="34" charset="0"/>
                <a:ea typeface="Segoe UI" pitchFamily="34" charset="-122"/>
                <a:cs typeface="Segoe UI" pitchFamily="34" charset="-120"/>
              </a:rPr>
              <a:t>Report</a:t>
            </a:r>
            <a:endParaRPr lang="en-US" sz="1300" dirty="0"/>
          </a:p>
        </p:txBody>
      </p:sp>
      <p:sp>
        <p:nvSpPr>
          <p:cNvPr id="34" name="s04_anim006"/>
          <p:cNvSpPr txBox="1"/>
          <p:nvPr/>
        </p:nvSpPr>
        <p:spPr>
          <a:xfrm>
            <a:off x="10469880" y="3547872"/>
            <a:ext cx="1280160" cy="274320"/>
          </a:xfrm>
          <a:prstGeom prst="rect">
            <a:avLst/>
          </a:prstGeom>
          <a:noFill/>
          <a:ln/>
        </p:spPr>
        <p:txBody>
          <a:bodyPr wrap="square" lIns="0" tIns="0" rIns="0" bIns="0" rtlCol="0" anchor="ctr"/>
          <a:lstStyle/>
          <a:p>
            <a:pPr marL="0" indent="0" algn="ctr">
              <a:buNone/>
            </a:pPr>
            <a:r>
              <a:rPr lang="en-US" sz="1000" dirty="0">
                <a:solidFill>
                  <a:srgbClr val="6E9C7E"/>
                </a:solidFill>
                <a:latin typeface="Segoe UI" pitchFamily="34" charset="0"/>
                <a:ea typeface="Segoe UI" pitchFamily="34" charset="-122"/>
                <a:cs typeface="Segoe UI" pitchFamily="34" charset="-120"/>
              </a:rPr>
              <a:t>HTML / XML</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0" presetID="10" presetClass="entr" presetSubtype="0" fill="hold" grpId="0" nodeType="withEffect">
                            <p:stCondLst>
                              <p:cond delay="22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22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22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22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22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22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22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grpId="0" nodeType="withEffect">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4" presetID="10" presetClass="entr" presetSubtype="0" fill="hold" grpId="0" nodeType="withEffect">
                            <p:stCondLst>
                              <p:cond delay="44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grpId="0" nodeType="withEffect">
                            <p:stCondLst>
                              <p:cond delay="44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44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66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6" presetID="10" presetClass="entr" presetSubtype="0" fill="hold" grpId="0" nodeType="withEffect">
                            <p:stCondLst>
                              <p:cond delay="66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49" presetID="10" presetClass="entr" presetSubtype="0" fill="hold" grpId="0" nodeType="withEffect">
                            <p:stCondLst>
                              <p:cond delay="66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par>
                          <p:cTn id="52" presetID="10" presetClass="entr" presetSubtype="0" fill="hold" grpId="0" nodeType="withEffect">
                            <p:stCondLst>
                              <p:cond delay="88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par>
                          <p:cTn id="55" presetID="10" presetClass="entr" presetSubtype="0" fill="hold" grpId="0" nodeType="withEffect">
                            <p:stCondLst>
                              <p:cond delay="88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par>
                          <p:cTn id="58" presetID="10" presetClass="entr" presetSubtype="0" fill="hold" grpId="0" nodeType="withEffect">
                            <p:stCondLst>
                              <p:cond delay="88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500"/>
                                  <p:tgtEl>
                                    <p:spTgt spid="27"/>
                                  </p:tgtEl>
                                </p:cBhvr>
                              </p:animEffect>
                            </p:childTnLst>
                          </p:cTn>
                        </p:par>
                        <p:par>
                          <p:cTn id="61" presetID="10" presetClass="entr" presetSubtype="0" fill="hold" grpId="0" nodeType="withEffect">
                            <p:stCondLst>
                              <p:cond delay="88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500"/>
                                  <p:tgtEl>
                                    <p:spTgt spid="28"/>
                                  </p:tgtEl>
                                </p:cBhvr>
                              </p:animEffect>
                            </p:childTnLst>
                          </p:cTn>
                        </p:par>
                        <p:par>
                          <p:cTn id="64" presetID="10" presetClass="entr" presetSubtype="0" fill="hold" grpId="0" nodeType="withEffect">
                            <p:stCondLst>
                              <p:cond delay="88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500"/>
                                  <p:tgtEl>
                                    <p:spTgt spid="29"/>
                                  </p:tgtEl>
                                </p:cBhvr>
                              </p:animEffect>
                            </p:childTnLst>
                          </p:cTn>
                        </p:par>
                        <p:par>
                          <p:cTn id="67" presetID="10" presetClass="entr" presetSubtype="0" fill="hold" grpId="0" nodeType="withEffect">
                            <p:stCondLst>
                              <p:cond delay="88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500"/>
                                  <p:tgtEl>
                                    <p:spTgt spid="30"/>
                                  </p:tgtEl>
                                </p:cBhvr>
                              </p:animEffect>
                            </p:childTnLst>
                          </p:cTn>
                        </p:par>
                        <p:par>
                          <p:cTn id="70" presetID="10" presetClass="entr" presetSubtype="0" fill="hold" grpId="0" nodeType="withEffect">
                            <p:stCondLst>
                              <p:cond delay="110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500"/>
                                  <p:tgtEl>
                                    <p:spTgt spid="31"/>
                                  </p:tgtEl>
                                </p:cBhvr>
                              </p:animEffect>
                            </p:childTnLst>
                          </p:cTn>
                        </p:par>
                        <p:par>
                          <p:cTn id="73" presetID="10" presetClass="entr" presetSubtype="0" fill="hold" grpId="0" nodeType="withEffect">
                            <p:stCondLst>
                              <p:cond delay="110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500"/>
                                  <p:tgtEl>
                                    <p:spTgt spid="32"/>
                                  </p:tgtEl>
                                </p:cBhvr>
                              </p:animEffect>
                            </p:childTnLst>
                          </p:cTn>
                        </p:par>
                        <p:par>
                          <p:cTn id="76" presetID="10" presetClass="entr" presetSubtype="0" fill="hold" grpId="0" nodeType="withEffect">
                            <p:stCondLst>
                              <p:cond delay="1100"/>
                            </p:stCondLst>
                            <p:childTnLst>
                              <p:set>
                                <p:cBhvr>
                                  <p:cTn id="77" dur="1" fill="hold">
                                    <p:stCondLst>
                                      <p:cond delay="0"/>
                                    </p:stCondLst>
                                  </p:cTn>
                                  <p:tgtEl>
                                    <p:spTgt spid="33"/>
                                  </p:tgtEl>
                                  <p:attrNameLst>
                                    <p:attrName>style.visibility</p:attrName>
                                  </p:attrNameLst>
                                </p:cBhvr>
                                <p:to>
                                  <p:strVal val="visible"/>
                                </p:to>
                              </p:set>
                              <p:animEffect transition="in" filter="fade">
                                <p:cBhvr>
                                  <p:cTn id="78" dur="500"/>
                                  <p:tgtEl>
                                    <p:spTgt spid="33"/>
                                  </p:tgtEl>
                                </p:cBhvr>
                              </p:animEffect>
                            </p:childTnLst>
                          </p:cTn>
                        </p:par>
                        <p:par>
                          <p:cTn id="79" presetID="10" presetClass="entr" presetSubtype="0" fill="hold" grpId="0" nodeType="withEffect">
                            <p:stCondLst>
                              <p:cond delay="110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500"/>
                                  <p:tgtEl>
                                    <p:spTgt spid="3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chromeDot"/>
          <p:cNvSpPr/>
          <p:nvPr/>
        </p:nvSpPr>
        <p:spPr>
          <a:xfrm>
            <a:off x="685800" y="438912"/>
            <a:ext cx="329184" cy="329184"/>
          </a:xfrm>
          <a:prstGeom prst="ellipse">
            <a:avLst/>
          </a:prstGeom>
          <a:solidFill>
            <a:srgbClr val="3457D5"/>
          </a:solidFill>
          <a:ln/>
        </p:spPr>
      </p:sp>
      <p:sp>
        <p:nvSpPr>
          <p:cNvPr id="3" name="chromeNum"/>
          <p:cNvSpPr txBox="1"/>
          <p:nvPr/>
        </p:nvSpPr>
        <p:spPr>
          <a:xfrm>
            <a:off x="685800" y="43891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a:t>
            </a:r>
            <a:endParaRPr lang="en-US" sz="1200" dirty="0"/>
          </a:p>
        </p:txBody>
      </p:sp>
      <p:sp>
        <p:nvSpPr>
          <p:cNvPr id="4" name="chromeLabel"/>
          <p:cNvSpPr txBox="1"/>
          <p:nvPr/>
        </p:nvSpPr>
        <p:spPr>
          <a:xfrm>
            <a:off x="1115568" y="438912"/>
            <a:ext cx="5486400" cy="329184"/>
          </a:xfrm>
          <a:prstGeom prst="rect">
            <a:avLst/>
          </a:prstGeom>
          <a:noFill/>
          <a:ln/>
        </p:spPr>
        <p:txBody>
          <a:bodyPr wrap="square" lIns="0" tIns="0" rIns="0" bIns="0" rtlCol="0" anchor="ctr"/>
          <a:lstStyle/>
          <a:p>
            <a:pPr marL="0" indent="0">
              <a:buNone/>
            </a:pPr>
            <a:r>
              <a:rPr lang="en-US" sz="1050" b="1" kern="0" spc="260" dirty="0">
                <a:solidFill>
                  <a:srgbClr val="3457D5"/>
                </a:solidFill>
                <a:latin typeface="Segoe UI" pitchFamily="34" charset="0"/>
                <a:ea typeface="Segoe UI" pitchFamily="34" charset="-122"/>
                <a:cs typeface="Segoe UI" pitchFamily="34" charset="-120"/>
              </a:rPr>
              <a:t>HISTORY</a:t>
            </a:r>
            <a:endParaRPr lang="en-US" sz="1050" dirty="0"/>
          </a:p>
        </p:txBody>
      </p:sp>
      <p:sp>
        <p:nvSpPr>
          <p:cNvPr id="5" name="rail0"/>
          <p:cNvSpPr/>
          <p:nvPr/>
        </p:nvSpPr>
        <p:spPr>
          <a:xfrm>
            <a:off x="685800" y="6236208"/>
            <a:ext cx="402336" cy="64008"/>
          </a:xfrm>
          <a:prstGeom prst="roundRect">
            <a:avLst>
              <a:gd name="adj" fmla="val 50000"/>
            </a:avLst>
          </a:prstGeom>
          <a:solidFill>
            <a:srgbClr val="3457D5"/>
          </a:solidFill>
          <a:ln/>
        </p:spPr>
      </p:sp>
      <p:sp>
        <p:nvSpPr>
          <p:cNvPr id="6" name="rail1"/>
          <p:cNvSpPr/>
          <p:nvPr/>
        </p:nvSpPr>
        <p:spPr>
          <a:xfrm>
            <a:off x="1197864" y="6236208"/>
            <a:ext cx="402336" cy="64008"/>
          </a:xfrm>
          <a:prstGeom prst="roundRect">
            <a:avLst>
              <a:gd name="adj" fmla="val 50000"/>
            </a:avLst>
          </a:prstGeom>
          <a:solidFill>
            <a:srgbClr val="DCDEE3"/>
          </a:solidFill>
          <a:ln/>
        </p:spPr>
      </p:sp>
      <p:sp>
        <p:nvSpPr>
          <p:cNvPr id="7" name="rail2"/>
          <p:cNvSpPr/>
          <p:nvPr/>
        </p:nvSpPr>
        <p:spPr>
          <a:xfrm>
            <a:off x="1709928" y="6236208"/>
            <a:ext cx="402336" cy="64008"/>
          </a:xfrm>
          <a:prstGeom prst="roundRect">
            <a:avLst>
              <a:gd name="adj" fmla="val 50000"/>
            </a:avLst>
          </a:prstGeom>
          <a:solidFill>
            <a:srgbClr val="DCDEE3"/>
          </a:solidFill>
          <a:ln/>
        </p:spPr>
      </p:sp>
      <p:sp>
        <p:nvSpPr>
          <p:cNvPr id="8" name="chromePage"/>
          <p:cNvSpPr txBox="1"/>
          <p:nvPr/>
        </p:nvSpPr>
        <p:spPr>
          <a:xfrm>
            <a:off x="10241280" y="6089904"/>
            <a:ext cx="1280160" cy="365760"/>
          </a:xfrm>
          <a:prstGeom prst="rect">
            <a:avLst/>
          </a:prstGeom>
          <a:noFill/>
          <a:ln/>
        </p:spPr>
        <p:txBody>
          <a:bodyPr wrap="square" lIns="0" tIns="0" rIns="0" bIns="0" rtlCol="0" anchor="ctr"/>
          <a:lstStyle/>
          <a:p>
            <a:pPr marL="0" indent="0" algn="r">
              <a:buNone/>
            </a:pPr>
            <a:r>
              <a:rPr lang="en-US" sz="1050" b="1" kern="0" spc="120" dirty="0">
                <a:solidFill>
                  <a:srgbClr val="3C4450"/>
                </a:solidFill>
                <a:latin typeface="Segoe UI" pitchFamily="34" charset="0"/>
                <a:ea typeface="Segoe UI" pitchFamily="34" charset="-122"/>
                <a:cs typeface="Segoe UI" pitchFamily="34" charset="-120"/>
              </a:rPr>
              <a:t>5</a:t>
            </a:r>
            <a:r>
              <a:rPr lang="en-US" sz="1050" kern="0" spc="120" dirty="0">
                <a:solidFill>
                  <a:srgbClr val="B6BDC8"/>
                </a:solidFill>
                <a:latin typeface="Segoe UI" pitchFamily="34" charset="0"/>
                <a:ea typeface="Segoe UI" pitchFamily="34" charset="-122"/>
                <a:cs typeface="Segoe UI" pitchFamily="34" charset="-120"/>
              </a:rPr>
              <a:t>  / 20</a:t>
            </a:r>
            <a:endParaRPr lang="en-US" sz="1050" dirty="0"/>
          </a:p>
        </p:txBody>
      </p:sp>
      <p:pic>
        <p:nvPicPr>
          <p:cNvPr id="9" name="s05_anim001" descr="D:\learning material\SWT\_build\img\junit.png"/>
          <p:cNvPicPr>
            <a:picLocks noChangeAspect="1"/>
          </p:cNvPicPr>
          <p:nvPr/>
        </p:nvPicPr>
        <p:blipFill>
          <a:blip r:embed="rId3"/>
          <a:stretch>
            <a:fillRect/>
          </a:stretch>
        </p:blipFill>
        <p:spPr>
          <a:xfrm>
            <a:off x="5550408" y="1417320"/>
            <a:ext cx="1097280" cy="1097280"/>
          </a:xfrm>
          <a:prstGeom prst="rect">
            <a:avLst/>
          </a:prstGeom>
        </p:spPr>
      </p:pic>
      <p:sp>
        <p:nvSpPr>
          <p:cNvPr id="10" name="s05_anim002"/>
          <p:cNvSpPr txBox="1"/>
          <p:nvPr/>
        </p:nvSpPr>
        <p:spPr>
          <a:xfrm>
            <a:off x="731520" y="2697480"/>
            <a:ext cx="10725912" cy="1371600"/>
          </a:xfrm>
          <a:prstGeom prst="rect">
            <a:avLst/>
          </a:prstGeom>
          <a:noFill/>
          <a:ln/>
        </p:spPr>
        <p:txBody>
          <a:bodyPr wrap="square" lIns="0" tIns="0" rIns="0" bIns="0" rtlCol="0" anchor="ctr"/>
          <a:lstStyle/>
          <a:p>
            <a:pPr marL="0" indent="0" algn="ctr">
              <a:buNone/>
            </a:pPr>
            <a:r>
              <a:rPr lang="en-US" sz="8800" b="1" dirty="0">
                <a:solidFill>
                  <a:srgbClr val="15181D"/>
                </a:solidFill>
                <a:latin typeface="Segoe UI" pitchFamily="34" charset="0"/>
                <a:ea typeface="Segoe UI" pitchFamily="34" charset="-122"/>
                <a:cs typeface="Segoe UI" pitchFamily="34" charset="-120"/>
              </a:rPr>
              <a:t>2004</a:t>
            </a:r>
            <a:endParaRPr lang="en-US" sz="8800" dirty="0"/>
          </a:p>
        </p:txBody>
      </p:sp>
      <p:sp>
        <p:nvSpPr>
          <p:cNvPr id="11" name="s05_anim003"/>
          <p:cNvSpPr txBox="1"/>
          <p:nvPr/>
        </p:nvSpPr>
        <p:spPr>
          <a:xfrm>
            <a:off x="731520" y="4160520"/>
            <a:ext cx="10725912" cy="457200"/>
          </a:xfrm>
          <a:prstGeom prst="rect">
            <a:avLst/>
          </a:prstGeom>
          <a:noFill/>
          <a:ln/>
        </p:spPr>
        <p:txBody>
          <a:bodyPr wrap="square" lIns="0" tIns="0" rIns="0" bIns="0" rtlCol="0" anchor="ctr"/>
          <a:lstStyle/>
          <a:p>
            <a:pPr marL="0" indent="0" algn="ctr">
              <a:buNone/>
            </a:pPr>
            <a:r>
              <a:rPr lang="en-US" sz="1700" dirty="0">
                <a:solidFill>
                  <a:srgbClr val="8A93A0"/>
                </a:solidFill>
                <a:latin typeface="Segoe UI" pitchFamily="34" charset="0"/>
                <a:ea typeface="Segoe UI" pitchFamily="34" charset="-122"/>
                <a:cs typeface="Segoe UI" pitchFamily="34" charset="-120"/>
              </a:rPr>
              <a:t>JUnit 3 ruled Java. And it </a:t>
            </a:r>
            <a:r>
              <a:rPr lang="en-US" sz="1700" b="1" dirty="0">
                <a:solidFill>
                  <a:srgbClr val="15181D"/>
                </a:solidFill>
                <a:latin typeface="Segoe UI" pitchFamily="34" charset="0"/>
                <a:ea typeface="Segoe UI" pitchFamily="34" charset="-122"/>
                <a:cs typeface="Segoe UI" pitchFamily="34" charset="-120"/>
              </a:rPr>
              <a:t>wasn't enough</a:t>
            </a:r>
            <a:r>
              <a:rPr lang="en-US" sz="1700" dirty="0">
                <a:solidFill>
                  <a:srgbClr val="8A93A0"/>
                </a:solidFill>
                <a:latin typeface="Segoe UI" pitchFamily="34" charset="0"/>
                <a:ea typeface="Segoe UI" pitchFamily="34" charset="-122"/>
                <a:cs typeface="Segoe UI" pitchFamily="34" charset="-120"/>
              </a:rPr>
              <a:t>.</a:t>
            </a:r>
            <a:endParaRPr lang="en-US" sz="17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0" presetID="10" presetClass="entr" presetSubtype="0" fill="hold" grpId="0" nodeType="withEffect">
                            <p:stCondLst>
                              <p:cond delay="44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chromeDot"/>
          <p:cNvSpPr/>
          <p:nvPr/>
        </p:nvSpPr>
        <p:spPr>
          <a:xfrm>
            <a:off x="685800" y="438912"/>
            <a:ext cx="329184" cy="329184"/>
          </a:xfrm>
          <a:prstGeom prst="ellipse">
            <a:avLst/>
          </a:prstGeom>
          <a:solidFill>
            <a:srgbClr val="3457D5"/>
          </a:solidFill>
          <a:ln/>
        </p:spPr>
      </p:sp>
      <p:sp>
        <p:nvSpPr>
          <p:cNvPr id="3" name="chromeNum"/>
          <p:cNvSpPr txBox="1"/>
          <p:nvPr/>
        </p:nvSpPr>
        <p:spPr>
          <a:xfrm>
            <a:off x="685800" y="43891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a:t>
            </a:r>
            <a:endParaRPr lang="en-US" sz="1200" dirty="0"/>
          </a:p>
        </p:txBody>
      </p:sp>
      <p:sp>
        <p:nvSpPr>
          <p:cNvPr id="4" name="chromeLabel"/>
          <p:cNvSpPr txBox="1"/>
          <p:nvPr/>
        </p:nvSpPr>
        <p:spPr>
          <a:xfrm>
            <a:off x="1115568" y="438912"/>
            <a:ext cx="5486400" cy="329184"/>
          </a:xfrm>
          <a:prstGeom prst="rect">
            <a:avLst/>
          </a:prstGeom>
          <a:noFill/>
          <a:ln/>
        </p:spPr>
        <p:txBody>
          <a:bodyPr wrap="square" lIns="0" tIns="0" rIns="0" bIns="0" rtlCol="0" anchor="ctr"/>
          <a:lstStyle/>
          <a:p>
            <a:pPr marL="0" indent="0">
              <a:buNone/>
            </a:pPr>
            <a:r>
              <a:rPr lang="en-US" sz="1050" b="1" kern="0" spc="260" dirty="0">
                <a:solidFill>
                  <a:srgbClr val="3457D5"/>
                </a:solidFill>
                <a:latin typeface="Segoe UI" pitchFamily="34" charset="0"/>
                <a:ea typeface="Segoe UI" pitchFamily="34" charset="-122"/>
                <a:cs typeface="Segoe UI" pitchFamily="34" charset="-120"/>
              </a:rPr>
              <a:t>HISTORY</a:t>
            </a:r>
            <a:endParaRPr lang="en-US" sz="1050" dirty="0"/>
          </a:p>
        </p:txBody>
      </p:sp>
      <p:sp>
        <p:nvSpPr>
          <p:cNvPr id="5" name="rail0"/>
          <p:cNvSpPr/>
          <p:nvPr/>
        </p:nvSpPr>
        <p:spPr>
          <a:xfrm>
            <a:off x="685800" y="6236208"/>
            <a:ext cx="402336" cy="64008"/>
          </a:xfrm>
          <a:prstGeom prst="roundRect">
            <a:avLst>
              <a:gd name="adj" fmla="val 50000"/>
            </a:avLst>
          </a:prstGeom>
          <a:solidFill>
            <a:srgbClr val="3457D5"/>
          </a:solidFill>
          <a:ln/>
        </p:spPr>
      </p:sp>
      <p:sp>
        <p:nvSpPr>
          <p:cNvPr id="6" name="rail1"/>
          <p:cNvSpPr/>
          <p:nvPr/>
        </p:nvSpPr>
        <p:spPr>
          <a:xfrm>
            <a:off x="1197864" y="6236208"/>
            <a:ext cx="402336" cy="64008"/>
          </a:xfrm>
          <a:prstGeom prst="roundRect">
            <a:avLst>
              <a:gd name="adj" fmla="val 50000"/>
            </a:avLst>
          </a:prstGeom>
          <a:solidFill>
            <a:srgbClr val="DCDEE3"/>
          </a:solidFill>
          <a:ln/>
        </p:spPr>
      </p:sp>
      <p:sp>
        <p:nvSpPr>
          <p:cNvPr id="7" name="rail2"/>
          <p:cNvSpPr/>
          <p:nvPr/>
        </p:nvSpPr>
        <p:spPr>
          <a:xfrm>
            <a:off x="1709928" y="6236208"/>
            <a:ext cx="402336" cy="64008"/>
          </a:xfrm>
          <a:prstGeom prst="roundRect">
            <a:avLst>
              <a:gd name="adj" fmla="val 50000"/>
            </a:avLst>
          </a:prstGeom>
          <a:solidFill>
            <a:srgbClr val="DCDEE3"/>
          </a:solidFill>
          <a:ln/>
        </p:spPr>
      </p:sp>
      <p:sp>
        <p:nvSpPr>
          <p:cNvPr id="8" name="chromePage"/>
          <p:cNvSpPr txBox="1"/>
          <p:nvPr/>
        </p:nvSpPr>
        <p:spPr>
          <a:xfrm>
            <a:off x="10241280" y="6089904"/>
            <a:ext cx="1280160" cy="365760"/>
          </a:xfrm>
          <a:prstGeom prst="rect">
            <a:avLst/>
          </a:prstGeom>
          <a:noFill/>
          <a:ln/>
        </p:spPr>
        <p:txBody>
          <a:bodyPr wrap="square" lIns="0" tIns="0" rIns="0" bIns="0" rtlCol="0" anchor="ctr"/>
          <a:lstStyle/>
          <a:p>
            <a:pPr marL="0" indent="0" algn="r">
              <a:buNone/>
            </a:pPr>
            <a:r>
              <a:rPr lang="en-US" sz="1050" b="1" kern="0" spc="120" dirty="0">
                <a:solidFill>
                  <a:srgbClr val="3C4450"/>
                </a:solidFill>
                <a:latin typeface="Segoe UI" pitchFamily="34" charset="0"/>
                <a:ea typeface="Segoe UI" pitchFamily="34" charset="-122"/>
                <a:cs typeface="Segoe UI" pitchFamily="34" charset="-120"/>
              </a:rPr>
              <a:t>6</a:t>
            </a:r>
            <a:r>
              <a:rPr lang="en-US" sz="1050" kern="0" spc="120" dirty="0">
                <a:solidFill>
                  <a:srgbClr val="B6BDC8"/>
                </a:solidFill>
                <a:latin typeface="Segoe UI" pitchFamily="34" charset="0"/>
                <a:ea typeface="Segoe UI" pitchFamily="34" charset="-122"/>
                <a:cs typeface="Segoe UI" pitchFamily="34" charset="-120"/>
              </a:rPr>
              <a:t>  / 20</a:t>
            </a:r>
            <a:endParaRPr lang="en-US" sz="1050" dirty="0"/>
          </a:p>
        </p:txBody>
      </p:sp>
      <p:sp>
        <p:nvSpPr>
          <p:cNvPr id="9" name="s06_anim001"/>
          <p:cNvSpPr txBox="1"/>
          <p:nvPr/>
        </p:nvSpPr>
        <p:spPr>
          <a:xfrm>
            <a:off x="731520" y="1417320"/>
            <a:ext cx="10725912" cy="822960"/>
          </a:xfrm>
          <a:prstGeom prst="rect">
            <a:avLst/>
          </a:prstGeom>
          <a:noFill/>
          <a:ln/>
        </p:spPr>
        <p:txBody>
          <a:bodyPr wrap="square" lIns="0" tIns="0" rIns="0" bIns="0" rtlCol="0" anchor="ctr"/>
          <a:lstStyle/>
          <a:p>
            <a:pPr marL="0" indent="0" algn="ctr">
              <a:buNone/>
            </a:pPr>
            <a:r>
              <a:rPr lang="en-US" sz="3400" b="1" dirty="0">
                <a:solidFill>
                  <a:srgbClr val="15181D"/>
                </a:solidFill>
                <a:latin typeface="Segoe UI" pitchFamily="34" charset="0"/>
                <a:ea typeface="Segoe UI" pitchFamily="34" charset="-122"/>
                <a:cs typeface="Segoe UI" pitchFamily="34" charset="-120"/>
              </a:rPr>
              <a:t>The method name </a:t>
            </a:r>
            <a:r>
              <a:rPr lang="en-US" sz="3400" b="1" dirty="0">
                <a:solidFill>
                  <a:srgbClr val="3457D5"/>
                </a:solidFill>
                <a:latin typeface="Segoe UI" pitchFamily="34" charset="0"/>
                <a:ea typeface="Segoe UI" pitchFamily="34" charset="-122"/>
                <a:cs typeface="Segoe UI" pitchFamily="34" charset="-120"/>
              </a:rPr>
              <a:t>was</a:t>
            </a:r>
            <a:r>
              <a:rPr lang="en-US" sz="3400" b="1" dirty="0">
                <a:solidFill>
                  <a:srgbClr val="15181D"/>
                </a:solidFill>
                <a:latin typeface="Segoe UI" pitchFamily="34" charset="0"/>
                <a:ea typeface="Segoe UI" pitchFamily="34" charset="-122"/>
                <a:cs typeface="Segoe UI" pitchFamily="34" charset="-120"/>
              </a:rPr>
              <a:t> the API</a:t>
            </a:r>
            <a:endParaRPr lang="en-US" sz="3400" dirty="0"/>
          </a:p>
        </p:txBody>
      </p:sp>
      <p:sp>
        <p:nvSpPr>
          <p:cNvPr id="10" name="s06_anim002"/>
          <p:cNvSpPr/>
          <p:nvPr/>
        </p:nvSpPr>
        <p:spPr>
          <a:xfrm>
            <a:off x="2286000" y="2743200"/>
            <a:ext cx="7616952" cy="1965960"/>
          </a:xfrm>
          <a:prstGeom prst="roundRect">
            <a:avLst>
              <a:gd name="adj" fmla="val 6977"/>
            </a:avLst>
          </a:prstGeom>
          <a:solidFill>
            <a:srgbClr val="F7F8FA"/>
          </a:solidFill>
          <a:ln w="12700">
            <a:solidFill>
              <a:srgbClr val="E6E9EF"/>
            </a:solidFill>
            <a:prstDash val="solid"/>
          </a:ln>
          <a:effectLst>
            <a:outerShdw blurRad="177800" dist="38100" dir="5400000" algn="bl" rotWithShape="0">
              <a:srgbClr val="101C28">
                <a:alpha val="9000"/>
              </a:srgbClr>
            </a:outerShdw>
          </a:effectLst>
        </p:spPr>
      </p:sp>
      <p:sp>
        <p:nvSpPr>
          <p:cNvPr id="11" name="s06_anim002"/>
          <p:cNvSpPr txBox="1"/>
          <p:nvPr/>
        </p:nvSpPr>
        <p:spPr>
          <a:xfrm>
            <a:off x="2743200" y="2944368"/>
            <a:ext cx="6858000" cy="1554480"/>
          </a:xfrm>
          <a:prstGeom prst="rect">
            <a:avLst/>
          </a:prstGeom>
          <a:noFill/>
          <a:ln/>
        </p:spPr>
        <p:txBody>
          <a:bodyPr wrap="square" lIns="0" tIns="0" rIns="0" bIns="0" rtlCol="0" anchor="ctr"/>
          <a:lstStyle/>
          <a:p>
            <a:pPr marL="0" indent="0">
              <a:lnSpc>
                <a:spcPts val="3400"/>
              </a:lnSpc>
              <a:buNone/>
            </a:pPr>
            <a:r>
              <a:rPr lang="en-US" sz="1900" dirty="0">
                <a:solidFill>
                  <a:srgbClr val="A7AEBA"/>
                </a:solidFill>
                <a:latin typeface="Consolas" pitchFamily="34" charset="0"/>
                <a:ea typeface="Consolas" pitchFamily="34" charset="-122"/>
                <a:cs typeface="Consolas" pitchFamily="34" charset="-120"/>
              </a:rPr>
              <a:t>// JUnit 3
</a:t>
            </a:r>
            <a:r>
              <a:rPr lang="en-US" sz="1900" dirty="0">
                <a:solidFill>
                  <a:srgbClr val="9333EA"/>
                </a:solidFill>
                <a:latin typeface="Consolas" pitchFamily="34" charset="0"/>
                <a:ea typeface="Consolas" pitchFamily="34" charset="-122"/>
                <a:cs typeface="Consolas" pitchFamily="34" charset="-120"/>
              </a:rPr>
              <a:t>public void </a:t>
            </a:r>
            <a:r>
              <a:rPr lang="en-US" sz="1900" b="1" dirty="0">
                <a:solidFill>
                  <a:srgbClr val="B45309"/>
                </a:solidFill>
                <a:latin typeface="Consolas" pitchFamily="34" charset="0"/>
                <a:ea typeface="Consolas" pitchFamily="34" charset="-122"/>
                <a:cs typeface="Consolas" pitchFamily="34" charset="-120"/>
              </a:rPr>
              <a:t>test</a:t>
            </a:r>
            <a:r>
              <a:rPr lang="en-US" sz="1900" dirty="0">
                <a:solidFill>
                  <a:srgbClr val="3C4450"/>
                </a:solidFill>
                <a:latin typeface="Consolas" pitchFamily="34" charset="0"/>
                <a:ea typeface="Consolas" pitchFamily="34" charset="-122"/>
                <a:cs typeface="Consolas" pitchFamily="34" charset="-120"/>
              </a:rPr>
              <a:t>Login() { … }
</a:t>
            </a:r>
            <a:r>
              <a:rPr lang="en-US" sz="1900" dirty="0">
                <a:solidFill>
                  <a:srgbClr val="A7AEBA"/>
                </a:solidFill>
                <a:latin typeface="Consolas" pitchFamily="34" charset="0"/>
                <a:ea typeface="Consolas" pitchFamily="34" charset="-122"/>
                <a:cs typeface="Consolas" pitchFamily="34" charset="-120"/>
              </a:rPr>
              <a:t>// drop four letters → the test silently disappears</a:t>
            </a:r>
            <a:endParaRPr lang="en-US" sz="1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0" presetID="10" presetClass="entr" presetSubtype="0" fill="hold" grpId="0" nodeType="withEffect">
                            <p:stCondLst>
                              <p:cond delay="22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chromeDot"/>
          <p:cNvSpPr/>
          <p:nvPr/>
        </p:nvSpPr>
        <p:spPr>
          <a:xfrm>
            <a:off x="685800" y="438912"/>
            <a:ext cx="329184" cy="329184"/>
          </a:xfrm>
          <a:prstGeom prst="ellipse">
            <a:avLst/>
          </a:prstGeom>
          <a:solidFill>
            <a:srgbClr val="3457D5"/>
          </a:solidFill>
          <a:ln/>
        </p:spPr>
      </p:sp>
      <p:sp>
        <p:nvSpPr>
          <p:cNvPr id="3" name="chromeNum"/>
          <p:cNvSpPr txBox="1"/>
          <p:nvPr/>
        </p:nvSpPr>
        <p:spPr>
          <a:xfrm>
            <a:off x="685800" y="43891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a:t>
            </a:r>
            <a:endParaRPr lang="en-US" sz="1200" dirty="0"/>
          </a:p>
        </p:txBody>
      </p:sp>
      <p:sp>
        <p:nvSpPr>
          <p:cNvPr id="4" name="chromeLabel"/>
          <p:cNvSpPr txBox="1"/>
          <p:nvPr/>
        </p:nvSpPr>
        <p:spPr>
          <a:xfrm>
            <a:off x="1115568" y="438912"/>
            <a:ext cx="5486400" cy="329184"/>
          </a:xfrm>
          <a:prstGeom prst="rect">
            <a:avLst/>
          </a:prstGeom>
          <a:noFill/>
          <a:ln/>
        </p:spPr>
        <p:txBody>
          <a:bodyPr wrap="square" lIns="0" tIns="0" rIns="0" bIns="0" rtlCol="0" anchor="ctr"/>
          <a:lstStyle/>
          <a:p>
            <a:pPr marL="0" indent="0">
              <a:buNone/>
            </a:pPr>
            <a:r>
              <a:rPr lang="en-US" sz="1050" b="1" kern="0" spc="260" dirty="0">
                <a:solidFill>
                  <a:srgbClr val="3457D5"/>
                </a:solidFill>
                <a:latin typeface="Segoe UI" pitchFamily="34" charset="0"/>
                <a:ea typeface="Segoe UI" pitchFamily="34" charset="-122"/>
                <a:cs typeface="Segoe UI" pitchFamily="34" charset="-120"/>
              </a:rPr>
              <a:t>HISTORY</a:t>
            </a:r>
            <a:endParaRPr lang="en-US" sz="1050" dirty="0"/>
          </a:p>
        </p:txBody>
      </p:sp>
      <p:sp>
        <p:nvSpPr>
          <p:cNvPr id="5" name="rail0"/>
          <p:cNvSpPr/>
          <p:nvPr/>
        </p:nvSpPr>
        <p:spPr>
          <a:xfrm>
            <a:off x="685800" y="6236208"/>
            <a:ext cx="402336" cy="64008"/>
          </a:xfrm>
          <a:prstGeom prst="roundRect">
            <a:avLst>
              <a:gd name="adj" fmla="val 50000"/>
            </a:avLst>
          </a:prstGeom>
          <a:solidFill>
            <a:srgbClr val="3457D5"/>
          </a:solidFill>
          <a:ln/>
        </p:spPr>
      </p:sp>
      <p:sp>
        <p:nvSpPr>
          <p:cNvPr id="6" name="rail1"/>
          <p:cNvSpPr/>
          <p:nvPr/>
        </p:nvSpPr>
        <p:spPr>
          <a:xfrm>
            <a:off x="1197864" y="6236208"/>
            <a:ext cx="402336" cy="64008"/>
          </a:xfrm>
          <a:prstGeom prst="roundRect">
            <a:avLst>
              <a:gd name="adj" fmla="val 50000"/>
            </a:avLst>
          </a:prstGeom>
          <a:solidFill>
            <a:srgbClr val="DCDEE3"/>
          </a:solidFill>
          <a:ln/>
        </p:spPr>
      </p:sp>
      <p:sp>
        <p:nvSpPr>
          <p:cNvPr id="7" name="rail2"/>
          <p:cNvSpPr/>
          <p:nvPr/>
        </p:nvSpPr>
        <p:spPr>
          <a:xfrm>
            <a:off x="1709928" y="6236208"/>
            <a:ext cx="402336" cy="64008"/>
          </a:xfrm>
          <a:prstGeom prst="roundRect">
            <a:avLst>
              <a:gd name="adj" fmla="val 50000"/>
            </a:avLst>
          </a:prstGeom>
          <a:solidFill>
            <a:srgbClr val="DCDEE3"/>
          </a:solidFill>
          <a:ln/>
        </p:spPr>
      </p:sp>
      <p:sp>
        <p:nvSpPr>
          <p:cNvPr id="8" name="chromePage"/>
          <p:cNvSpPr txBox="1"/>
          <p:nvPr/>
        </p:nvSpPr>
        <p:spPr>
          <a:xfrm>
            <a:off x="10241280" y="6089904"/>
            <a:ext cx="1280160" cy="365760"/>
          </a:xfrm>
          <a:prstGeom prst="rect">
            <a:avLst/>
          </a:prstGeom>
          <a:noFill/>
          <a:ln/>
        </p:spPr>
        <p:txBody>
          <a:bodyPr wrap="square" lIns="0" tIns="0" rIns="0" bIns="0" rtlCol="0" anchor="ctr"/>
          <a:lstStyle/>
          <a:p>
            <a:pPr marL="0" indent="0" algn="r">
              <a:buNone/>
            </a:pPr>
            <a:r>
              <a:rPr lang="en-US" sz="1050" b="1" kern="0" spc="120" dirty="0">
                <a:solidFill>
                  <a:srgbClr val="3C4450"/>
                </a:solidFill>
                <a:latin typeface="Segoe UI" pitchFamily="34" charset="0"/>
                <a:ea typeface="Segoe UI" pitchFamily="34" charset="-122"/>
                <a:cs typeface="Segoe UI" pitchFamily="34" charset="-120"/>
              </a:rPr>
              <a:t>7</a:t>
            </a:r>
            <a:r>
              <a:rPr lang="en-US" sz="1050" kern="0" spc="120" dirty="0">
                <a:solidFill>
                  <a:srgbClr val="B6BDC8"/>
                </a:solidFill>
                <a:latin typeface="Segoe UI" pitchFamily="34" charset="0"/>
                <a:ea typeface="Segoe UI" pitchFamily="34" charset="-122"/>
                <a:cs typeface="Segoe UI" pitchFamily="34" charset="-120"/>
              </a:rPr>
              <a:t>  / 20</a:t>
            </a:r>
            <a:endParaRPr lang="en-US" sz="1050" dirty="0"/>
          </a:p>
        </p:txBody>
      </p:sp>
      <p:pic>
        <p:nvPicPr>
          <p:cNvPr id="9" name="s07_anim001" descr="D:\learning material\SWT\_build\img\beust.png"/>
          <p:cNvPicPr>
            <a:picLocks noChangeAspect="1"/>
          </p:cNvPicPr>
          <p:nvPr/>
        </p:nvPicPr>
        <p:blipFill>
          <a:blip r:embed="rId3"/>
          <a:stretch>
            <a:fillRect/>
          </a:stretch>
        </p:blipFill>
        <p:spPr>
          <a:xfrm>
            <a:off x="5175504" y="1371600"/>
            <a:ext cx="1828800" cy="1828800"/>
          </a:xfrm>
          <a:prstGeom prst="ellipse">
            <a:avLst/>
          </a:prstGeom>
        </p:spPr>
      </p:pic>
      <p:sp>
        <p:nvSpPr>
          <p:cNvPr id="10" name="s07_anim002"/>
          <p:cNvSpPr txBox="1"/>
          <p:nvPr/>
        </p:nvSpPr>
        <p:spPr>
          <a:xfrm>
            <a:off x="731520" y="3429000"/>
            <a:ext cx="10725912" cy="822960"/>
          </a:xfrm>
          <a:prstGeom prst="rect">
            <a:avLst/>
          </a:prstGeom>
          <a:noFill/>
          <a:ln/>
        </p:spPr>
        <p:txBody>
          <a:bodyPr wrap="square" lIns="0" tIns="0" rIns="0" bIns="0" rtlCol="0" anchor="ctr"/>
          <a:lstStyle/>
          <a:p>
            <a:pPr marL="0" indent="0" algn="ctr">
              <a:buNone/>
            </a:pPr>
            <a:r>
              <a:rPr lang="en-US" sz="4000" b="1" dirty="0">
                <a:solidFill>
                  <a:srgbClr val="15181D"/>
                </a:solidFill>
                <a:latin typeface="Segoe UI" pitchFamily="34" charset="0"/>
                <a:ea typeface="Segoe UI" pitchFamily="34" charset="-122"/>
                <a:cs typeface="Segoe UI" pitchFamily="34" charset="-120"/>
              </a:rPr>
              <a:t>Cédric Beust</a:t>
            </a:r>
            <a:endParaRPr lang="en-US" sz="4000" dirty="0"/>
          </a:p>
        </p:txBody>
      </p:sp>
      <p:sp>
        <p:nvSpPr>
          <p:cNvPr id="11" name="s07_anim003"/>
          <p:cNvSpPr txBox="1"/>
          <p:nvPr/>
        </p:nvSpPr>
        <p:spPr>
          <a:xfrm>
            <a:off x="731520" y="4315968"/>
            <a:ext cx="10725912" cy="411480"/>
          </a:xfrm>
          <a:prstGeom prst="rect">
            <a:avLst/>
          </a:prstGeom>
          <a:noFill/>
          <a:ln/>
        </p:spPr>
        <p:txBody>
          <a:bodyPr wrap="square" lIns="0" tIns="0" rIns="0" bIns="0" rtlCol="0" anchor="ctr"/>
          <a:lstStyle/>
          <a:p>
            <a:pPr marL="0" indent="0" algn="ctr">
              <a:buNone/>
            </a:pPr>
            <a:r>
              <a:rPr lang="en-US" sz="1700" dirty="0">
                <a:solidFill>
                  <a:srgbClr val="8A93A0"/>
                </a:solidFill>
                <a:latin typeface="Segoe UI" pitchFamily="34" charset="0"/>
                <a:ea typeface="Segoe UI" pitchFamily="34" charset="-122"/>
                <a:cs typeface="Segoe UI" pitchFamily="34" charset="-120"/>
              </a:rPr>
              <a:t>Didn't patch JUnit. </a:t>
            </a:r>
            <a:r>
              <a:rPr lang="en-US" sz="1700" b="1" dirty="0">
                <a:solidFill>
                  <a:srgbClr val="15181D"/>
                </a:solidFill>
                <a:latin typeface="Segoe UI" pitchFamily="34" charset="0"/>
                <a:ea typeface="Segoe UI" pitchFamily="34" charset="-122"/>
                <a:cs typeface="Segoe UI" pitchFamily="34" charset="-120"/>
              </a:rPr>
              <a:t>Rewrote it.</a:t>
            </a:r>
            <a:endParaRPr lang="en-US" sz="1700" dirty="0"/>
          </a:p>
        </p:txBody>
      </p:sp>
      <p:sp>
        <p:nvSpPr>
          <p:cNvPr id="12" name="s07_anim004"/>
          <p:cNvSpPr txBox="1"/>
          <p:nvPr/>
        </p:nvSpPr>
        <p:spPr>
          <a:xfrm>
            <a:off x="731520" y="4892040"/>
            <a:ext cx="10725912" cy="365760"/>
          </a:xfrm>
          <a:prstGeom prst="rect">
            <a:avLst/>
          </a:prstGeom>
          <a:noFill/>
          <a:ln/>
        </p:spPr>
        <p:txBody>
          <a:bodyPr wrap="square" lIns="0" tIns="0" rIns="0" bIns="0" rtlCol="0" anchor="ctr"/>
          <a:lstStyle/>
          <a:p>
            <a:pPr marL="0" indent="0" algn="ctr">
              <a:buNone/>
            </a:pPr>
            <a:r>
              <a:rPr lang="en-US" sz="1150" dirty="0">
                <a:solidFill>
                  <a:srgbClr val="8A93A0"/>
                </a:solidFill>
                <a:latin typeface="Segoe UI" pitchFamily="34" charset="0"/>
                <a:ea typeface="Segoe UI" pitchFamily="34" charset="-122"/>
                <a:cs typeface="Segoe UI" pitchFamily="34" charset="-120"/>
              </a:rPr>
              <a:t>Inspired by JUnit &amp; NUnit  ·  built for integration testing</a:t>
            </a:r>
            <a:endParaRPr lang="en-US" sz="11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0" presetID="10" presetClass="entr" presetSubtype="0" fill="hold" grpId="0" nodeType="withEffect">
                            <p:stCondLst>
                              <p:cond delay="44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66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chromeDot"/>
          <p:cNvSpPr/>
          <p:nvPr/>
        </p:nvSpPr>
        <p:spPr>
          <a:xfrm>
            <a:off x="685800" y="438912"/>
            <a:ext cx="329184" cy="329184"/>
          </a:xfrm>
          <a:prstGeom prst="ellipse">
            <a:avLst/>
          </a:prstGeom>
          <a:solidFill>
            <a:srgbClr val="3457D5"/>
          </a:solidFill>
          <a:ln/>
        </p:spPr>
      </p:sp>
      <p:sp>
        <p:nvSpPr>
          <p:cNvPr id="3" name="chromeNum"/>
          <p:cNvSpPr txBox="1"/>
          <p:nvPr/>
        </p:nvSpPr>
        <p:spPr>
          <a:xfrm>
            <a:off x="685800" y="43891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a:t>
            </a:r>
            <a:endParaRPr lang="en-US" sz="1200" dirty="0"/>
          </a:p>
        </p:txBody>
      </p:sp>
      <p:sp>
        <p:nvSpPr>
          <p:cNvPr id="4" name="chromeLabel"/>
          <p:cNvSpPr txBox="1"/>
          <p:nvPr/>
        </p:nvSpPr>
        <p:spPr>
          <a:xfrm>
            <a:off x="1115568" y="438912"/>
            <a:ext cx="5486400" cy="329184"/>
          </a:xfrm>
          <a:prstGeom prst="rect">
            <a:avLst/>
          </a:prstGeom>
          <a:noFill/>
          <a:ln/>
        </p:spPr>
        <p:txBody>
          <a:bodyPr wrap="square" lIns="0" tIns="0" rIns="0" bIns="0" rtlCol="0" anchor="ctr"/>
          <a:lstStyle/>
          <a:p>
            <a:pPr marL="0" indent="0">
              <a:buNone/>
            </a:pPr>
            <a:r>
              <a:rPr lang="en-US" sz="1050" b="1" kern="0" spc="260" dirty="0">
                <a:solidFill>
                  <a:srgbClr val="3457D5"/>
                </a:solidFill>
                <a:latin typeface="Segoe UI" pitchFamily="34" charset="0"/>
                <a:ea typeface="Segoe UI" pitchFamily="34" charset="-122"/>
                <a:cs typeface="Segoe UI" pitchFamily="34" charset="-120"/>
              </a:rPr>
              <a:t>WHY</a:t>
            </a:r>
            <a:endParaRPr lang="en-US" sz="1050" dirty="0"/>
          </a:p>
        </p:txBody>
      </p:sp>
      <p:sp>
        <p:nvSpPr>
          <p:cNvPr id="5" name="rail0"/>
          <p:cNvSpPr/>
          <p:nvPr/>
        </p:nvSpPr>
        <p:spPr>
          <a:xfrm>
            <a:off x="685800" y="6236208"/>
            <a:ext cx="402336" cy="64008"/>
          </a:xfrm>
          <a:prstGeom prst="roundRect">
            <a:avLst>
              <a:gd name="adj" fmla="val 50000"/>
            </a:avLst>
          </a:prstGeom>
          <a:solidFill>
            <a:srgbClr val="3457D5"/>
          </a:solidFill>
          <a:ln/>
        </p:spPr>
      </p:sp>
      <p:sp>
        <p:nvSpPr>
          <p:cNvPr id="6" name="rail1"/>
          <p:cNvSpPr/>
          <p:nvPr/>
        </p:nvSpPr>
        <p:spPr>
          <a:xfrm>
            <a:off x="1197864" y="6236208"/>
            <a:ext cx="402336" cy="64008"/>
          </a:xfrm>
          <a:prstGeom prst="roundRect">
            <a:avLst>
              <a:gd name="adj" fmla="val 50000"/>
            </a:avLst>
          </a:prstGeom>
          <a:solidFill>
            <a:srgbClr val="DCDEE3"/>
          </a:solidFill>
          <a:ln/>
        </p:spPr>
      </p:sp>
      <p:sp>
        <p:nvSpPr>
          <p:cNvPr id="7" name="rail2"/>
          <p:cNvSpPr/>
          <p:nvPr/>
        </p:nvSpPr>
        <p:spPr>
          <a:xfrm>
            <a:off x="1709928" y="6236208"/>
            <a:ext cx="402336" cy="64008"/>
          </a:xfrm>
          <a:prstGeom prst="roundRect">
            <a:avLst>
              <a:gd name="adj" fmla="val 50000"/>
            </a:avLst>
          </a:prstGeom>
          <a:solidFill>
            <a:srgbClr val="DCDEE3"/>
          </a:solidFill>
          <a:ln/>
        </p:spPr>
      </p:sp>
      <p:sp>
        <p:nvSpPr>
          <p:cNvPr id="8" name="chromePage"/>
          <p:cNvSpPr txBox="1"/>
          <p:nvPr/>
        </p:nvSpPr>
        <p:spPr>
          <a:xfrm>
            <a:off x="10241280" y="6089904"/>
            <a:ext cx="1280160" cy="365760"/>
          </a:xfrm>
          <a:prstGeom prst="rect">
            <a:avLst/>
          </a:prstGeom>
          <a:noFill/>
          <a:ln/>
        </p:spPr>
        <p:txBody>
          <a:bodyPr wrap="square" lIns="0" tIns="0" rIns="0" bIns="0" rtlCol="0" anchor="ctr"/>
          <a:lstStyle/>
          <a:p>
            <a:pPr marL="0" indent="0" algn="r">
              <a:buNone/>
            </a:pPr>
            <a:r>
              <a:rPr lang="en-US" sz="1050" b="1" kern="0" spc="120" dirty="0">
                <a:solidFill>
                  <a:srgbClr val="3C4450"/>
                </a:solidFill>
                <a:latin typeface="Segoe UI" pitchFamily="34" charset="0"/>
                <a:ea typeface="Segoe UI" pitchFamily="34" charset="-122"/>
                <a:cs typeface="Segoe UI" pitchFamily="34" charset="-120"/>
              </a:rPr>
              <a:t>8</a:t>
            </a:r>
            <a:r>
              <a:rPr lang="en-US" sz="1050" kern="0" spc="120" dirty="0">
                <a:solidFill>
                  <a:srgbClr val="B6BDC8"/>
                </a:solidFill>
                <a:latin typeface="Segoe UI" pitchFamily="34" charset="0"/>
                <a:ea typeface="Segoe UI" pitchFamily="34" charset="-122"/>
                <a:cs typeface="Segoe UI" pitchFamily="34" charset="-120"/>
              </a:rPr>
              <a:t>  / 20</a:t>
            </a:r>
            <a:endParaRPr lang="en-US" sz="1050" dirty="0"/>
          </a:p>
        </p:txBody>
      </p:sp>
      <p:sp>
        <p:nvSpPr>
          <p:cNvPr id="9" name="s08_anim001"/>
          <p:cNvSpPr txBox="1"/>
          <p:nvPr/>
        </p:nvSpPr>
        <p:spPr>
          <a:xfrm>
            <a:off x="731520" y="1078992"/>
            <a:ext cx="10725912" cy="822960"/>
          </a:xfrm>
          <a:prstGeom prst="rect">
            <a:avLst/>
          </a:prstGeom>
          <a:noFill/>
          <a:ln/>
        </p:spPr>
        <p:txBody>
          <a:bodyPr wrap="square" lIns="0" tIns="0" rIns="0" bIns="0" rtlCol="0" anchor="ctr"/>
          <a:lstStyle/>
          <a:p>
            <a:pPr marL="0" indent="0" algn="ctr">
              <a:buNone/>
            </a:pPr>
            <a:r>
              <a:rPr lang="en-US" sz="3400" b="1" dirty="0">
                <a:solidFill>
                  <a:srgbClr val="15181D"/>
                </a:solidFill>
                <a:latin typeface="Segoe UI" pitchFamily="34" charset="0"/>
                <a:ea typeface="Segoe UI" pitchFamily="34" charset="-122"/>
                <a:cs typeface="Segoe UI" pitchFamily="34" charset="-120"/>
              </a:rPr>
              <a:t>Three walls</a:t>
            </a:r>
            <a:endParaRPr lang="en-US" sz="3400" dirty="0"/>
          </a:p>
        </p:txBody>
      </p:sp>
      <p:sp>
        <p:nvSpPr>
          <p:cNvPr id="10" name="s08_anim002"/>
          <p:cNvSpPr/>
          <p:nvPr/>
        </p:nvSpPr>
        <p:spPr>
          <a:xfrm>
            <a:off x="755752" y="2286000"/>
            <a:ext cx="3291840" cy="2011680"/>
          </a:xfrm>
          <a:prstGeom prst="roundRect">
            <a:avLst>
              <a:gd name="adj" fmla="val 5909"/>
            </a:avLst>
          </a:prstGeom>
          <a:solidFill>
            <a:srgbClr val="F7F8FA"/>
          </a:solidFill>
          <a:ln w="12700">
            <a:solidFill>
              <a:srgbClr val="E6E9EF"/>
            </a:solidFill>
            <a:prstDash val="solid"/>
          </a:ln>
          <a:effectLst>
            <a:outerShdw blurRad="177800" dist="38100" dir="5400000" algn="bl" rotWithShape="0">
              <a:srgbClr val="101C28">
                <a:alpha val="9000"/>
              </a:srgbClr>
            </a:outerShdw>
          </a:effectLst>
        </p:spPr>
      </p:sp>
      <p:sp>
        <p:nvSpPr>
          <p:cNvPr id="11" name="s08_anim002"/>
          <p:cNvSpPr txBox="1"/>
          <p:nvPr/>
        </p:nvSpPr>
        <p:spPr>
          <a:xfrm>
            <a:off x="1048360" y="2560320"/>
            <a:ext cx="640080" cy="411480"/>
          </a:xfrm>
          <a:prstGeom prst="rect">
            <a:avLst/>
          </a:prstGeom>
          <a:noFill/>
          <a:ln/>
        </p:spPr>
        <p:txBody>
          <a:bodyPr wrap="square" lIns="0" tIns="0" rIns="0" bIns="0" rtlCol="0" anchor="ctr"/>
          <a:lstStyle/>
          <a:p>
            <a:pPr marL="0" indent="0">
              <a:buNone/>
            </a:pPr>
            <a:r>
              <a:rPr lang="en-US" sz="1900" dirty="0">
                <a:solidFill>
                  <a:srgbClr val="000000"/>
                </a:solidFill>
                <a:latin typeface="Segoe UI Emoji" pitchFamily="34" charset="0"/>
                <a:ea typeface="Segoe UI Emoji" pitchFamily="34" charset="-122"/>
                <a:cs typeface="Segoe UI Emoji" pitchFamily="34" charset="-120"/>
              </a:rPr>
              <a:t>🚫</a:t>
            </a:r>
            <a:endParaRPr lang="en-US" sz="1900" dirty="0"/>
          </a:p>
        </p:txBody>
      </p:sp>
      <p:sp>
        <p:nvSpPr>
          <p:cNvPr id="12" name="s08_anim002"/>
          <p:cNvSpPr txBox="1"/>
          <p:nvPr/>
        </p:nvSpPr>
        <p:spPr>
          <a:xfrm>
            <a:off x="1048360" y="3108960"/>
            <a:ext cx="2706624" cy="411480"/>
          </a:xfrm>
          <a:prstGeom prst="rect">
            <a:avLst/>
          </a:prstGeom>
          <a:noFill/>
          <a:ln/>
        </p:spPr>
        <p:txBody>
          <a:bodyPr wrap="square" lIns="0" tIns="0" rIns="0" bIns="0" rtlCol="0" anchor="ctr"/>
          <a:lstStyle/>
          <a:p>
            <a:pPr marL="0" indent="0">
              <a:buNone/>
            </a:pPr>
            <a:r>
              <a:rPr lang="en-US" sz="1700" b="1" dirty="0">
                <a:solidFill>
                  <a:srgbClr val="15181D"/>
                </a:solidFill>
                <a:latin typeface="Segoe UI" pitchFamily="34" charset="0"/>
                <a:ea typeface="Segoe UI" pitchFamily="34" charset="-122"/>
                <a:cs typeface="Segoe UI" pitchFamily="34" charset="-120"/>
              </a:rPr>
              <a:t>No groups</a:t>
            </a:r>
            <a:endParaRPr lang="en-US" sz="1700" dirty="0"/>
          </a:p>
        </p:txBody>
      </p:sp>
      <p:sp>
        <p:nvSpPr>
          <p:cNvPr id="13" name="s08_anim002"/>
          <p:cNvSpPr txBox="1"/>
          <p:nvPr/>
        </p:nvSpPr>
        <p:spPr>
          <a:xfrm>
            <a:off x="1048360" y="3493008"/>
            <a:ext cx="2706624" cy="914400"/>
          </a:xfrm>
          <a:prstGeom prst="rect">
            <a:avLst/>
          </a:prstGeom>
          <a:noFill/>
          <a:ln/>
        </p:spPr>
        <p:txBody>
          <a:bodyPr wrap="square" lIns="0" tIns="0" rIns="0" bIns="0" rtlCol="0" anchor="ctr"/>
          <a:lstStyle/>
          <a:p>
            <a:pPr marL="0" indent="0">
              <a:lnSpc>
                <a:spcPts val="1700"/>
              </a:lnSpc>
              <a:buNone/>
            </a:pPr>
            <a:r>
              <a:rPr lang="en-US" sz="1150" dirty="0">
                <a:solidFill>
                  <a:srgbClr val="8A93A0"/>
                </a:solidFill>
                <a:latin typeface="Segoe UI" pitchFamily="34" charset="0"/>
                <a:ea typeface="Segoe UI" pitchFamily="34" charset="-122"/>
                <a:cs typeface="Segoe UI" pitchFamily="34" charset="-120"/>
              </a:rPr>
              <a:t>Run only the smoke tests? No mechanism.</a:t>
            </a:r>
            <a:endParaRPr lang="en-US" sz="1150" dirty="0"/>
          </a:p>
        </p:txBody>
      </p:sp>
      <p:sp>
        <p:nvSpPr>
          <p:cNvPr id="14" name="s08_anim003"/>
          <p:cNvSpPr/>
          <p:nvPr/>
        </p:nvSpPr>
        <p:spPr>
          <a:xfrm>
            <a:off x="4449928" y="2286000"/>
            <a:ext cx="3291840" cy="2011680"/>
          </a:xfrm>
          <a:prstGeom prst="roundRect">
            <a:avLst>
              <a:gd name="adj" fmla="val 5909"/>
            </a:avLst>
          </a:prstGeom>
          <a:solidFill>
            <a:srgbClr val="F7F8FA"/>
          </a:solidFill>
          <a:ln w="12700">
            <a:solidFill>
              <a:srgbClr val="E6E9EF"/>
            </a:solidFill>
            <a:prstDash val="solid"/>
          </a:ln>
          <a:effectLst>
            <a:outerShdw blurRad="177800" dist="38100" dir="5400000" algn="bl" rotWithShape="0">
              <a:srgbClr val="101C28">
                <a:alpha val="9000"/>
              </a:srgbClr>
            </a:outerShdw>
          </a:effectLst>
        </p:spPr>
      </p:sp>
      <p:sp>
        <p:nvSpPr>
          <p:cNvPr id="15" name="s08_anim003"/>
          <p:cNvSpPr txBox="1"/>
          <p:nvPr/>
        </p:nvSpPr>
        <p:spPr>
          <a:xfrm>
            <a:off x="4742536" y="2560320"/>
            <a:ext cx="640080" cy="411480"/>
          </a:xfrm>
          <a:prstGeom prst="rect">
            <a:avLst/>
          </a:prstGeom>
          <a:noFill/>
          <a:ln/>
        </p:spPr>
        <p:txBody>
          <a:bodyPr wrap="square" lIns="0" tIns="0" rIns="0" bIns="0" rtlCol="0" anchor="ctr"/>
          <a:lstStyle/>
          <a:p>
            <a:pPr marL="0" indent="0">
              <a:buNone/>
            </a:pPr>
            <a:r>
              <a:rPr lang="en-US" sz="1900" dirty="0">
                <a:solidFill>
                  <a:srgbClr val="000000"/>
                </a:solidFill>
                <a:latin typeface="Segoe UI Emoji" pitchFamily="34" charset="0"/>
                <a:ea typeface="Segoe UI Emoji" pitchFamily="34" charset="-122"/>
                <a:cs typeface="Segoe UI Emoji" pitchFamily="34" charset="-120"/>
              </a:rPr>
              <a:t>🔗</a:t>
            </a:r>
            <a:endParaRPr lang="en-US" sz="1900" dirty="0"/>
          </a:p>
        </p:txBody>
      </p:sp>
      <p:sp>
        <p:nvSpPr>
          <p:cNvPr id="16" name="s08_anim003"/>
          <p:cNvSpPr txBox="1"/>
          <p:nvPr/>
        </p:nvSpPr>
        <p:spPr>
          <a:xfrm>
            <a:off x="4742536" y="3108960"/>
            <a:ext cx="2706624" cy="411480"/>
          </a:xfrm>
          <a:prstGeom prst="rect">
            <a:avLst/>
          </a:prstGeom>
          <a:noFill/>
          <a:ln/>
        </p:spPr>
        <p:txBody>
          <a:bodyPr wrap="square" lIns="0" tIns="0" rIns="0" bIns="0" rtlCol="0" anchor="ctr"/>
          <a:lstStyle/>
          <a:p>
            <a:pPr marL="0" indent="0">
              <a:buNone/>
            </a:pPr>
            <a:r>
              <a:rPr lang="en-US" sz="1700" b="1" dirty="0">
                <a:solidFill>
                  <a:srgbClr val="15181D"/>
                </a:solidFill>
                <a:latin typeface="Segoe UI" pitchFamily="34" charset="0"/>
                <a:ea typeface="Segoe UI" pitchFamily="34" charset="-122"/>
                <a:cs typeface="Segoe UI" pitchFamily="34" charset="-120"/>
              </a:rPr>
              <a:t>No dependencies</a:t>
            </a:r>
            <a:endParaRPr lang="en-US" sz="1700" dirty="0"/>
          </a:p>
        </p:txBody>
      </p:sp>
      <p:sp>
        <p:nvSpPr>
          <p:cNvPr id="17" name="s08_anim003"/>
          <p:cNvSpPr txBox="1"/>
          <p:nvPr/>
        </p:nvSpPr>
        <p:spPr>
          <a:xfrm>
            <a:off x="4742536" y="3493008"/>
            <a:ext cx="2706624" cy="914400"/>
          </a:xfrm>
          <a:prstGeom prst="rect">
            <a:avLst/>
          </a:prstGeom>
          <a:noFill/>
          <a:ln/>
        </p:spPr>
        <p:txBody>
          <a:bodyPr wrap="square" lIns="0" tIns="0" rIns="0" bIns="0" rtlCol="0" anchor="ctr"/>
          <a:lstStyle/>
          <a:p>
            <a:pPr marL="0" indent="0">
              <a:lnSpc>
                <a:spcPts val="1700"/>
              </a:lnSpc>
              <a:buNone/>
            </a:pPr>
            <a:r>
              <a:rPr lang="en-US" sz="1150" dirty="0">
                <a:solidFill>
                  <a:srgbClr val="8A93A0"/>
                </a:solidFill>
                <a:latin typeface="Segoe UI" pitchFamily="34" charset="0"/>
                <a:ea typeface="Segoe UI" pitchFamily="34" charset="-122"/>
                <a:cs typeface="Segoe UI" pitchFamily="34" charset="-120"/>
              </a:rPr>
              <a:t>Login fails, checkout runs anyway — and fails too.</a:t>
            </a:r>
            <a:endParaRPr lang="en-US" sz="1150" dirty="0"/>
          </a:p>
        </p:txBody>
      </p:sp>
      <p:sp>
        <p:nvSpPr>
          <p:cNvPr id="18" name="s08_anim004"/>
          <p:cNvSpPr/>
          <p:nvPr/>
        </p:nvSpPr>
        <p:spPr>
          <a:xfrm>
            <a:off x="8144104" y="2286000"/>
            <a:ext cx="3291840" cy="2011680"/>
          </a:xfrm>
          <a:prstGeom prst="roundRect">
            <a:avLst>
              <a:gd name="adj" fmla="val 5909"/>
            </a:avLst>
          </a:prstGeom>
          <a:solidFill>
            <a:srgbClr val="F7F8FA"/>
          </a:solidFill>
          <a:ln w="12700">
            <a:solidFill>
              <a:srgbClr val="E6E9EF"/>
            </a:solidFill>
            <a:prstDash val="solid"/>
          </a:ln>
          <a:effectLst>
            <a:outerShdw blurRad="177800" dist="38100" dir="5400000" algn="bl" rotWithShape="0">
              <a:srgbClr val="101C28">
                <a:alpha val="9000"/>
              </a:srgbClr>
            </a:outerShdw>
          </a:effectLst>
        </p:spPr>
      </p:sp>
      <p:sp>
        <p:nvSpPr>
          <p:cNvPr id="19" name="s08_anim004"/>
          <p:cNvSpPr txBox="1"/>
          <p:nvPr/>
        </p:nvSpPr>
        <p:spPr>
          <a:xfrm>
            <a:off x="8436712" y="2560320"/>
            <a:ext cx="640080" cy="411480"/>
          </a:xfrm>
          <a:prstGeom prst="rect">
            <a:avLst/>
          </a:prstGeom>
          <a:noFill/>
          <a:ln/>
        </p:spPr>
        <p:txBody>
          <a:bodyPr wrap="square" lIns="0" tIns="0" rIns="0" bIns="0" rtlCol="0" anchor="ctr"/>
          <a:lstStyle/>
          <a:p>
            <a:pPr marL="0" indent="0">
              <a:buNone/>
            </a:pPr>
            <a:r>
              <a:rPr lang="en-US" sz="1900" dirty="0">
                <a:solidFill>
                  <a:srgbClr val="000000"/>
                </a:solidFill>
                <a:latin typeface="Segoe UI Emoji" pitchFamily="34" charset="0"/>
                <a:ea typeface="Segoe UI Emoji" pitchFamily="34" charset="-122"/>
                <a:cs typeface="Segoe UI Emoji" pitchFamily="34" charset="-120"/>
              </a:rPr>
              <a:t>📋</a:t>
            </a:r>
            <a:endParaRPr lang="en-US" sz="1900" dirty="0"/>
          </a:p>
        </p:txBody>
      </p:sp>
      <p:sp>
        <p:nvSpPr>
          <p:cNvPr id="20" name="s08_anim004"/>
          <p:cNvSpPr txBox="1"/>
          <p:nvPr/>
        </p:nvSpPr>
        <p:spPr>
          <a:xfrm>
            <a:off x="8436712" y="3108960"/>
            <a:ext cx="2706624" cy="411480"/>
          </a:xfrm>
          <a:prstGeom prst="rect">
            <a:avLst/>
          </a:prstGeom>
          <a:noFill/>
          <a:ln/>
        </p:spPr>
        <p:txBody>
          <a:bodyPr wrap="square" lIns="0" tIns="0" rIns="0" bIns="0" rtlCol="0" anchor="ctr"/>
          <a:lstStyle/>
          <a:p>
            <a:pPr marL="0" indent="0">
              <a:buNone/>
            </a:pPr>
            <a:r>
              <a:rPr lang="en-US" sz="1700" b="1" dirty="0">
                <a:solidFill>
                  <a:srgbClr val="15181D"/>
                </a:solidFill>
                <a:latin typeface="Segoe UI" pitchFamily="34" charset="0"/>
                <a:ea typeface="Segoe UI" pitchFamily="34" charset="-122"/>
                <a:cs typeface="Segoe UI" pitchFamily="34" charset="-120"/>
              </a:rPr>
              <a:t>No parameters</a:t>
            </a:r>
            <a:endParaRPr lang="en-US" sz="1700" dirty="0"/>
          </a:p>
        </p:txBody>
      </p:sp>
      <p:sp>
        <p:nvSpPr>
          <p:cNvPr id="21" name="s08_anim004"/>
          <p:cNvSpPr txBox="1"/>
          <p:nvPr/>
        </p:nvSpPr>
        <p:spPr>
          <a:xfrm>
            <a:off x="8436712" y="3493008"/>
            <a:ext cx="2706624" cy="914400"/>
          </a:xfrm>
          <a:prstGeom prst="rect">
            <a:avLst/>
          </a:prstGeom>
          <a:noFill/>
          <a:ln/>
        </p:spPr>
        <p:txBody>
          <a:bodyPr wrap="square" lIns="0" tIns="0" rIns="0" bIns="0" rtlCol="0" anchor="ctr"/>
          <a:lstStyle/>
          <a:p>
            <a:pPr marL="0" indent="0">
              <a:lnSpc>
                <a:spcPts val="1700"/>
              </a:lnSpc>
              <a:buNone/>
            </a:pPr>
            <a:r>
              <a:rPr lang="en-US" sz="1150" dirty="0">
                <a:solidFill>
                  <a:srgbClr val="8A93A0"/>
                </a:solidFill>
                <a:latin typeface="Segoe UI" pitchFamily="34" charset="0"/>
                <a:ea typeface="Segoe UI" pitchFamily="34" charset="-122"/>
                <a:cs typeface="Segoe UI" pitchFamily="34" charset="-120"/>
              </a:rPr>
              <a:t>Ten datasets meant ten copy-pasted methods.</a:t>
            </a:r>
            <a:endParaRPr lang="en-US" sz="1150" dirty="0"/>
          </a:p>
        </p:txBody>
      </p:sp>
      <p:sp>
        <p:nvSpPr>
          <p:cNvPr id="22" name="s08_anim005"/>
          <p:cNvSpPr txBox="1"/>
          <p:nvPr/>
        </p:nvSpPr>
        <p:spPr>
          <a:xfrm>
            <a:off x="731520" y="4663440"/>
            <a:ext cx="10725912" cy="365760"/>
          </a:xfrm>
          <a:prstGeom prst="rect">
            <a:avLst/>
          </a:prstGeom>
          <a:noFill/>
          <a:ln/>
        </p:spPr>
        <p:txBody>
          <a:bodyPr wrap="square" lIns="0" tIns="0" rIns="0" bIns="0" rtlCol="0" anchor="ctr"/>
          <a:lstStyle/>
          <a:p>
            <a:pPr marL="0" indent="0" algn="ctr">
              <a:buNone/>
            </a:pPr>
            <a:r>
              <a:rPr lang="en-US" sz="1150" dirty="0">
                <a:solidFill>
                  <a:srgbClr val="8A93A0"/>
                </a:solidFill>
                <a:latin typeface="Segoe UI" pitchFamily="34" charset="0"/>
                <a:ea typeface="Segoe UI" pitchFamily="34" charset="-122"/>
                <a:cs typeface="Segoe UI" pitchFamily="34" charset="-120"/>
              </a:rPr>
              <a:t>JUnit 3 was built for isolated unit tests. Integration tests are not isolated.</a:t>
            </a:r>
            <a:endParaRPr lang="en-US" sz="11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0" presetID="10" presetClass="entr" presetSubtype="0" fill="hold" grpId="0" nodeType="withEffect">
                            <p:stCondLst>
                              <p:cond delay="22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22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22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44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44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44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44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grpId="0" nodeType="withEffect">
                            <p:stCondLst>
                              <p:cond delay="66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4" presetID="10" presetClass="entr" presetSubtype="0" fill="hold" grpId="0" nodeType="withEffect">
                            <p:stCondLst>
                              <p:cond delay="66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grpId="0" nodeType="withEffect">
                            <p:stCondLst>
                              <p:cond delay="66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66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88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71C"/>
        </a:solidFill>
        <a:effectLst/>
      </p:bgPr>
    </p:bg>
    <p:spTree>
      <p:nvGrpSpPr>
        <p:cNvPr id="1" name=""/>
        <p:cNvGrpSpPr/>
        <p:nvPr/>
      </p:nvGrpSpPr>
      <p:grpSpPr>
        <a:xfrm>
          <a:off x="0" y="0"/>
          <a:ext cx="0" cy="0"/>
          <a:chOff x="0" y="0"/>
          <a:chExt cx="0" cy="0"/>
        </a:xfrm>
      </p:grpSpPr>
      <p:sp>
        <p:nvSpPr>
          <p:cNvPr id="2" name="s09_anim001"/>
          <p:cNvSpPr txBox="1"/>
          <p:nvPr/>
        </p:nvSpPr>
        <p:spPr>
          <a:xfrm>
            <a:off x="731520" y="1417320"/>
            <a:ext cx="10725912" cy="2194560"/>
          </a:xfrm>
          <a:prstGeom prst="rect">
            <a:avLst/>
          </a:prstGeom>
          <a:noFill/>
          <a:ln/>
        </p:spPr>
        <p:txBody>
          <a:bodyPr wrap="square" lIns="0" tIns="0" rIns="0" bIns="0" rtlCol="0" anchor="ctr"/>
          <a:lstStyle/>
          <a:p>
            <a:pPr marL="0" indent="0" algn="ctr">
              <a:buNone/>
            </a:pPr>
            <a:r>
              <a:rPr lang="en-US" sz="12800" b="1" kern="0" spc="400" dirty="0">
                <a:solidFill>
                  <a:srgbClr val="0F766E"/>
                </a:solidFill>
                <a:latin typeface="Cambria" pitchFamily="34" charset="0"/>
                <a:ea typeface="Cambria" pitchFamily="34" charset="-122"/>
                <a:cs typeface="Cambria" pitchFamily="34" charset="-120"/>
              </a:rPr>
              <a:t>II</a:t>
            </a:r>
            <a:endParaRPr lang="en-US" sz="12800" dirty="0"/>
          </a:p>
        </p:txBody>
      </p:sp>
      <p:sp>
        <p:nvSpPr>
          <p:cNvPr id="3" name="s09_anim002"/>
          <p:cNvSpPr txBox="1"/>
          <p:nvPr/>
        </p:nvSpPr>
        <p:spPr>
          <a:xfrm>
            <a:off x="731520" y="3611880"/>
            <a:ext cx="10725912"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Segoe UI" pitchFamily="34" charset="0"/>
                <a:ea typeface="Segoe UI" pitchFamily="34" charset="-122"/>
                <a:cs typeface="Segoe UI" pitchFamily="34" charset="-120"/>
              </a:rPr>
              <a:t>Pros  ·  Cons  ·  Highlight</a:t>
            </a:r>
            <a:endParaRPr lang="en-US" sz="4000" dirty="0"/>
          </a:p>
        </p:txBody>
      </p:sp>
      <p:sp>
        <p:nvSpPr>
          <p:cNvPr id="4" name="s09_anim003"/>
          <p:cNvSpPr/>
          <p:nvPr/>
        </p:nvSpPr>
        <p:spPr>
          <a:xfrm>
            <a:off x="5733288" y="4754880"/>
            <a:ext cx="731520" cy="64008"/>
          </a:xfrm>
          <a:prstGeom prst="roundRect">
            <a:avLst>
              <a:gd name="adj" fmla="val 50000"/>
            </a:avLst>
          </a:prstGeom>
          <a:solidFill>
            <a:srgbClr val="3FA9A0"/>
          </a:solidFill>
          <a:ln/>
        </p:spPr>
      </p:sp>
      <p:sp>
        <p:nvSpPr>
          <p:cNvPr id="5" name="rail0"/>
          <p:cNvSpPr/>
          <p:nvPr/>
        </p:nvSpPr>
        <p:spPr>
          <a:xfrm>
            <a:off x="685800" y="6236208"/>
            <a:ext cx="402336" cy="64008"/>
          </a:xfrm>
          <a:prstGeom prst="roundRect">
            <a:avLst>
              <a:gd name="adj" fmla="val 50000"/>
            </a:avLst>
          </a:prstGeom>
          <a:solidFill>
            <a:srgbClr val="3A3F47"/>
          </a:solidFill>
          <a:ln/>
        </p:spPr>
      </p:sp>
      <p:sp>
        <p:nvSpPr>
          <p:cNvPr id="6" name="rail1"/>
          <p:cNvSpPr/>
          <p:nvPr/>
        </p:nvSpPr>
        <p:spPr>
          <a:xfrm>
            <a:off x="1197864" y="6236208"/>
            <a:ext cx="402336" cy="64008"/>
          </a:xfrm>
          <a:prstGeom prst="roundRect">
            <a:avLst>
              <a:gd name="adj" fmla="val 50000"/>
            </a:avLst>
          </a:prstGeom>
          <a:solidFill>
            <a:srgbClr val="3FA9A0"/>
          </a:solidFill>
          <a:ln/>
        </p:spPr>
      </p:sp>
      <p:sp>
        <p:nvSpPr>
          <p:cNvPr id="7" name="rail2"/>
          <p:cNvSpPr/>
          <p:nvPr/>
        </p:nvSpPr>
        <p:spPr>
          <a:xfrm>
            <a:off x="1709928" y="6236208"/>
            <a:ext cx="402336" cy="64008"/>
          </a:xfrm>
          <a:prstGeom prst="roundRect">
            <a:avLst>
              <a:gd name="adj" fmla="val 50000"/>
            </a:avLst>
          </a:prstGeom>
          <a:solidFill>
            <a:srgbClr val="3A3F47"/>
          </a:solidFill>
          <a:ln/>
        </p:spPr>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par>
                          <p:cTn id="10" presetID="10" presetClass="entr" presetSubtype="0" fill="hold" grpId="0" nodeType="withEffect">
                            <p:stCondLst>
                              <p:cond delay="44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chromeDot"/>
          <p:cNvSpPr/>
          <p:nvPr/>
        </p:nvSpPr>
        <p:spPr>
          <a:xfrm>
            <a:off x="685800" y="438912"/>
            <a:ext cx="329184" cy="329184"/>
          </a:xfrm>
          <a:prstGeom prst="ellipse">
            <a:avLst/>
          </a:prstGeom>
          <a:solidFill>
            <a:srgbClr val="0F766E"/>
          </a:solidFill>
          <a:ln/>
        </p:spPr>
      </p:sp>
      <p:sp>
        <p:nvSpPr>
          <p:cNvPr id="3" name="chromeNum"/>
          <p:cNvSpPr txBox="1"/>
          <p:nvPr/>
        </p:nvSpPr>
        <p:spPr>
          <a:xfrm>
            <a:off x="685800" y="43891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II</a:t>
            </a:r>
            <a:endParaRPr lang="en-US" sz="1200" dirty="0"/>
          </a:p>
        </p:txBody>
      </p:sp>
      <p:sp>
        <p:nvSpPr>
          <p:cNvPr id="4" name="chromeLabel"/>
          <p:cNvSpPr txBox="1"/>
          <p:nvPr/>
        </p:nvSpPr>
        <p:spPr>
          <a:xfrm>
            <a:off x="1115568" y="438912"/>
            <a:ext cx="5486400" cy="329184"/>
          </a:xfrm>
          <a:prstGeom prst="rect">
            <a:avLst/>
          </a:prstGeom>
          <a:noFill/>
          <a:ln/>
        </p:spPr>
        <p:txBody>
          <a:bodyPr wrap="square" lIns="0" tIns="0" rIns="0" bIns="0" rtlCol="0" anchor="ctr"/>
          <a:lstStyle/>
          <a:p>
            <a:pPr marL="0" indent="0">
              <a:buNone/>
            </a:pPr>
            <a:r>
              <a:rPr lang="en-US" sz="1050" b="1" kern="0" spc="260" dirty="0">
                <a:solidFill>
                  <a:srgbClr val="0F766E"/>
                </a:solidFill>
                <a:latin typeface="Segoe UI" pitchFamily="34" charset="0"/>
                <a:ea typeface="Segoe UI" pitchFamily="34" charset="-122"/>
                <a:cs typeface="Segoe UI" pitchFamily="34" charset="-120"/>
              </a:rPr>
              <a:t>PROS</a:t>
            </a:r>
            <a:endParaRPr lang="en-US" sz="1050" dirty="0"/>
          </a:p>
        </p:txBody>
      </p:sp>
      <p:sp>
        <p:nvSpPr>
          <p:cNvPr id="5" name="rail0"/>
          <p:cNvSpPr/>
          <p:nvPr/>
        </p:nvSpPr>
        <p:spPr>
          <a:xfrm>
            <a:off x="685800" y="6236208"/>
            <a:ext cx="402336" cy="64008"/>
          </a:xfrm>
          <a:prstGeom prst="roundRect">
            <a:avLst>
              <a:gd name="adj" fmla="val 50000"/>
            </a:avLst>
          </a:prstGeom>
          <a:solidFill>
            <a:srgbClr val="DCDEE3"/>
          </a:solidFill>
          <a:ln/>
        </p:spPr>
      </p:sp>
      <p:sp>
        <p:nvSpPr>
          <p:cNvPr id="6" name="rail1"/>
          <p:cNvSpPr/>
          <p:nvPr/>
        </p:nvSpPr>
        <p:spPr>
          <a:xfrm>
            <a:off x="1197864" y="6236208"/>
            <a:ext cx="402336" cy="64008"/>
          </a:xfrm>
          <a:prstGeom prst="roundRect">
            <a:avLst>
              <a:gd name="adj" fmla="val 50000"/>
            </a:avLst>
          </a:prstGeom>
          <a:solidFill>
            <a:srgbClr val="0F766E"/>
          </a:solidFill>
          <a:ln/>
        </p:spPr>
      </p:sp>
      <p:sp>
        <p:nvSpPr>
          <p:cNvPr id="7" name="rail2"/>
          <p:cNvSpPr/>
          <p:nvPr/>
        </p:nvSpPr>
        <p:spPr>
          <a:xfrm>
            <a:off x="1709928" y="6236208"/>
            <a:ext cx="402336" cy="64008"/>
          </a:xfrm>
          <a:prstGeom prst="roundRect">
            <a:avLst>
              <a:gd name="adj" fmla="val 50000"/>
            </a:avLst>
          </a:prstGeom>
          <a:solidFill>
            <a:srgbClr val="DCDEE3"/>
          </a:solidFill>
          <a:ln/>
        </p:spPr>
      </p:sp>
      <p:sp>
        <p:nvSpPr>
          <p:cNvPr id="8" name="chromePage"/>
          <p:cNvSpPr txBox="1"/>
          <p:nvPr/>
        </p:nvSpPr>
        <p:spPr>
          <a:xfrm>
            <a:off x="10241280" y="6089904"/>
            <a:ext cx="1280160" cy="365760"/>
          </a:xfrm>
          <a:prstGeom prst="rect">
            <a:avLst/>
          </a:prstGeom>
          <a:noFill/>
          <a:ln/>
        </p:spPr>
        <p:txBody>
          <a:bodyPr wrap="square" lIns="0" tIns="0" rIns="0" bIns="0" rtlCol="0" anchor="ctr"/>
          <a:lstStyle/>
          <a:p>
            <a:pPr marL="0" indent="0" algn="r">
              <a:buNone/>
            </a:pPr>
            <a:r>
              <a:rPr lang="en-US" sz="1050" b="1" kern="0" spc="120" dirty="0">
                <a:solidFill>
                  <a:srgbClr val="3C4450"/>
                </a:solidFill>
                <a:latin typeface="Segoe UI" pitchFamily="34" charset="0"/>
                <a:ea typeface="Segoe UI" pitchFamily="34" charset="-122"/>
                <a:cs typeface="Segoe UI" pitchFamily="34" charset="-120"/>
              </a:rPr>
              <a:t>10</a:t>
            </a:r>
            <a:r>
              <a:rPr lang="en-US" sz="1050" kern="0" spc="120" dirty="0">
                <a:solidFill>
                  <a:srgbClr val="B6BDC8"/>
                </a:solidFill>
                <a:latin typeface="Segoe UI" pitchFamily="34" charset="0"/>
                <a:ea typeface="Segoe UI" pitchFamily="34" charset="-122"/>
                <a:cs typeface="Segoe UI" pitchFamily="34" charset="-120"/>
              </a:rPr>
              <a:t>  / 20</a:t>
            </a:r>
            <a:endParaRPr lang="en-US" sz="1050" dirty="0"/>
          </a:p>
        </p:txBody>
      </p:sp>
      <p:sp>
        <p:nvSpPr>
          <p:cNvPr id="9" name="s10_anim001"/>
          <p:cNvSpPr txBox="1"/>
          <p:nvPr/>
        </p:nvSpPr>
        <p:spPr>
          <a:xfrm>
            <a:off x="731520" y="1078992"/>
            <a:ext cx="10725912" cy="822960"/>
          </a:xfrm>
          <a:prstGeom prst="rect">
            <a:avLst/>
          </a:prstGeom>
          <a:noFill/>
          <a:ln/>
        </p:spPr>
        <p:txBody>
          <a:bodyPr wrap="square" lIns="0" tIns="0" rIns="0" bIns="0" rtlCol="0" anchor="ctr"/>
          <a:lstStyle/>
          <a:p>
            <a:pPr marL="0" indent="0" algn="ctr">
              <a:buNone/>
            </a:pPr>
            <a:r>
              <a:rPr lang="en-US" sz="3400" b="1" dirty="0">
                <a:solidFill>
                  <a:srgbClr val="15181D"/>
                </a:solidFill>
                <a:latin typeface="Segoe UI" pitchFamily="34" charset="0"/>
                <a:ea typeface="Segoe UI" pitchFamily="34" charset="-122"/>
                <a:cs typeface="Segoe UI" pitchFamily="34" charset="-120"/>
              </a:rPr>
              <a:t>Four things you get</a:t>
            </a:r>
            <a:endParaRPr lang="en-US" sz="3400" dirty="0"/>
          </a:p>
        </p:txBody>
      </p:sp>
      <p:sp>
        <p:nvSpPr>
          <p:cNvPr id="10" name="s10_anim002"/>
          <p:cNvSpPr/>
          <p:nvPr/>
        </p:nvSpPr>
        <p:spPr>
          <a:xfrm>
            <a:off x="572872" y="2377440"/>
            <a:ext cx="2514600" cy="1874520"/>
          </a:xfrm>
          <a:prstGeom prst="roundRect">
            <a:avLst>
              <a:gd name="adj" fmla="val 6341"/>
            </a:avLst>
          </a:prstGeom>
          <a:solidFill>
            <a:srgbClr val="EFF8F7"/>
          </a:solidFill>
          <a:ln w="12700">
            <a:solidFill>
              <a:srgbClr val="3FA9A0"/>
            </a:solidFill>
            <a:prstDash val="solid"/>
          </a:ln>
          <a:effectLst>
            <a:outerShdw blurRad="177800" dist="38100" dir="5400000" algn="bl" rotWithShape="0">
              <a:srgbClr val="101C28">
                <a:alpha val="9000"/>
              </a:srgbClr>
            </a:outerShdw>
          </a:effectLst>
        </p:spPr>
      </p:sp>
      <p:sp>
        <p:nvSpPr>
          <p:cNvPr id="11" name="s10_anim002"/>
          <p:cNvSpPr txBox="1"/>
          <p:nvPr/>
        </p:nvSpPr>
        <p:spPr>
          <a:xfrm>
            <a:off x="865480" y="2651760"/>
            <a:ext cx="640080" cy="411480"/>
          </a:xfrm>
          <a:prstGeom prst="rect">
            <a:avLst/>
          </a:prstGeom>
          <a:noFill/>
          <a:ln/>
        </p:spPr>
        <p:txBody>
          <a:bodyPr wrap="square" lIns="0" tIns="0" rIns="0" bIns="0" rtlCol="0" anchor="ctr"/>
          <a:lstStyle/>
          <a:p>
            <a:pPr marL="0" indent="0">
              <a:buNone/>
            </a:pPr>
            <a:r>
              <a:rPr lang="en-US" sz="1900" dirty="0">
                <a:solidFill>
                  <a:srgbClr val="000000"/>
                </a:solidFill>
                <a:latin typeface="Segoe UI Emoji" pitchFamily="34" charset="0"/>
                <a:ea typeface="Segoe UI Emoji" pitchFamily="34" charset="-122"/>
                <a:cs typeface="Segoe UI Emoji" pitchFamily="34" charset="-120"/>
              </a:rPr>
              <a:t>🧭</a:t>
            </a:r>
            <a:endParaRPr lang="en-US" sz="1900" dirty="0"/>
          </a:p>
        </p:txBody>
      </p:sp>
      <p:sp>
        <p:nvSpPr>
          <p:cNvPr id="12" name="s10_anim002"/>
          <p:cNvSpPr txBox="1"/>
          <p:nvPr/>
        </p:nvSpPr>
        <p:spPr>
          <a:xfrm>
            <a:off x="865480" y="3200400"/>
            <a:ext cx="1929384" cy="411480"/>
          </a:xfrm>
          <a:prstGeom prst="rect">
            <a:avLst/>
          </a:prstGeom>
          <a:noFill/>
          <a:ln/>
        </p:spPr>
        <p:txBody>
          <a:bodyPr wrap="square" lIns="0" tIns="0" rIns="0" bIns="0" rtlCol="0" anchor="ctr"/>
          <a:lstStyle/>
          <a:p>
            <a:pPr marL="0" indent="0">
              <a:buNone/>
            </a:pPr>
            <a:r>
              <a:rPr lang="en-US" sz="1900" b="1" dirty="0">
                <a:solidFill>
                  <a:srgbClr val="0F766E"/>
                </a:solidFill>
                <a:latin typeface="Segoe UI" pitchFamily="34" charset="0"/>
                <a:ea typeface="Segoe UI" pitchFamily="34" charset="-122"/>
                <a:cs typeface="Segoe UI" pitchFamily="34" charset="-120"/>
              </a:rPr>
              <a:t>Order</a:t>
            </a:r>
            <a:endParaRPr lang="en-US" sz="1900" dirty="0"/>
          </a:p>
        </p:txBody>
      </p:sp>
      <p:sp>
        <p:nvSpPr>
          <p:cNvPr id="13" name="s10_anim002"/>
          <p:cNvSpPr txBox="1"/>
          <p:nvPr/>
        </p:nvSpPr>
        <p:spPr>
          <a:xfrm>
            <a:off x="865480" y="3584448"/>
            <a:ext cx="1929384" cy="914400"/>
          </a:xfrm>
          <a:prstGeom prst="rect">
            <a:avLst/>
          </a:prstGeom>
          <a:noFill/>
          <a:ln/>
        </p:spPr>
        <p:txBody>
          <a:bodyPr wrap="square" lIns="0" tIns="0" rIns="0" bIns="0" rtlCol="0" anchor="ctr"/>
          <a:lstStyle/>
          <a:p>
            <a:pPr marL="0" indent="0">
              <a:lnSpc>
                <a:spcPts val="1700"/>
              </a:lnSpc>
              <a:buNone/>
            </a:pPr>
            <a:r>
              <a:rPr lang="en-US" sz="1150" dirty="0">
                <a:solidFill>
                  <a:srgbClr val="8A93A0"/>
                </a:solidFill>
                <a:latin typeface="Segoe UI" pitchFamily="34" charset="0"/>
                <a:ea typeface="Segoe UI" pitchFamily="34" charset="-122"/>
                <a:cs typeface="Segoe UI" pitchFamily="34" charset="-120"/>
              </a:rPr>
              <a:t>Lifecycle · priority · dependsOn</a:t>
            </a:r>
            <a:endParaRPr lang="en-US" sz="1150" dirty="0"/>
          </a:p>
        </p:txBody>
      </p:sp>
      <p:sp>
        <p:nvSpPr>
          <p:cNvPr id="14" name="s10_anim003"/>
          <p:cNvSpPr/>
          <p:nvPr/>
        </p:nvSpPr>
        <p:spPr>
          <a:xfrm>
            <a:off x="3416656" y="2377440"/>
            <a:ext cx="2514600" cy="1874520"/>
          </a:xfrm>
          <a:prstGeom prst="roundRect">
            <a:avLst>
              <a:gd name="adj" fmla="val 6341"/>
            </a:avLst>
          </a:prstGeom>
          <a:solidFill>
            <a:srgbClr val="EFF8F7"/>
          </a:solidFill>
          <a:ln w="12700">
            <a:solidFill>
              <a:srgbClr val="3FA9A0"/>
            </a:solidFill>
            <a:prstDash val="solid"/>
          </a:ln>
          <a:effectLst>
            <a:outerShdw blurRad="177800" dist="38100" dir="5400000" algn="bl" rotWithShape="0">
              <a:srgbClr val="101C28">
                <a:alpha val="9000"/>
              </a:srgbClr>
            </a:outerShdw>
          </a:effectLst>
        </p:spPr>
      </p:sp>
      <p:sp>
        <p:nvSpPr>
          <p:cNvPr id="15" name="s10_anim003"/>
          <p:cNvSpPr txBox="1"/>
          <p:nvPr/>
        </p:nvSpPr>
        <p:spPr>
          <a:xfrm>
            <a:off x="3709264" y="2651760"/>
            <a:ext cx="640080" cy="411480"/>
          </a:xfrm>
          <a:prstGeom prst="rect">
            <a:avLst/>
          </a:prstGeom>
          <a:noFill/>
          <a:ln/>
        </p:spPr>
        <p:txBody>
          <a:bodyPr wrap="square" lIns="0" tIns="0" rIns="0" bIns="0" rtlCol="0" anchor="ctr"/>
          <a:lstStyle/>
          <a:p>
            <a:pPr marL="0" indent="0">
              <a:buNone/>
            </a:pPr>
            <a:r>
              <a:rPr lang="en-US" sz="1900" dirty="0">
                <a:solidFill>
                  <a:srgbClr val="000000"/>
                </a:solidFill>
                <a:latin typeface="Segoe UI Emoji" pitchFamily="34" charset="0"/>
                <a:ea typeface="Segoe UI Emoji" pitchFamily="34" charset="-122"/>
                <a:cs typeface="Segoe UI Emoji" pitchFamily="34" charset="-120"/>
              </a:rPr>
              <a:t>🗂️</a:t>
            </a:r>
            <a:endParaRPr lang="en-US" sz="1900" dirty="0"/>
          </a:p>
        </p:txBody>
      </p:sp>
      <p:sp>
        <p:nvSpPr>
          <p:cNvPr id="16" name="s10_anim003"/>
          <p:cNvSpPr txBox="1"/>
          <p:nvPr/>
        </p:nvSpPr>
        <p:spPr>
          <a:xfrm>
            <a:off x="3709264" y="3200400"/>
            <a:ext cx="1929384" cy="411480"/>
          </a:xfrm>
          <a:prstGeom prst="rect">
            <a:avLst/>
          </a:prstGeom>
          <a:noFill/>
          <a:ln/>
        </p:spPr>
        <p:txBody>
          <a:bodyPr wrap="square" lIns="0" tIns="0" rIns="0" bIns="0" rtlCol="0" anchor="ctr"/>
          <a:lstStyle/>
          <a:p>
            <a:pPr marL="0" indent="0">
              <a:buNone/>
            </a:pPr>
            <a:r>
              <a:rPr lang="en-US" sz="1900" b="1" dirty="0">
                <a:solidFill>
                  <a:srgbClr val="0F766E"/>
                </a:solidFill>
                <a:latin typeface="Segoe UI" pitchFamily="34" charset="0"/>
                <a:ea typeface="Segoe UI" pitchFamily="34" charset="-122"/>
                <a:cs typeface="Segoe UI" pitchFamily="34" charset="-120"/>
              </a:rPr>
              <a:t>Data</a:t>
            </a:r>
            <a:endParaRPr lang="en-US" sz="1900" dirty="0"/>
          </a:p>
        </p:txBody>
      </p:sp>
      <p:sp>
        <p:nvSpPr>
          <p:cNvPr id="17" name="s10_anim003"/>
          <p:cNvSpPr txBox="1"/>
          <p:nvPr/>
        </p:nvSpPr>
        <p:spPr>
          <a:xfrm>
            <a:off x="3709264" y="3584448"/>
            <a:ext cx="1929384" cy="914400"/>
          </a:xfrm>
          <a:prstGeom prst="rect">
            <a:avLst/>
          </a:prstGeom>
          <a:noFill/>
          <a:ln/>
        </p:spPr>
        <p:txBody>
          <a:bodyPr wrap="square" lIns="0" tIns="0" rIns="0" bIns="0" rtlCol="0" anchor="ctr"/>
          <a:lstStyle/>
          <a:p>
            <a:pPr marL="0" indent="0">
              <a:lnSpc>
                <a:spcPts val="1700"/>
              </a:lnSpc>
              <a:buNone/>
            </a:pPr>
            <a:r>
              <a:rPr lang="en-US" sz="1150" dirty="0">
                <a:solidFill>
                  <a:srgbClr val="8A93A0"/>
                </a:solidFill>
                <a:latin typeface="Segoe UI" pitchFamily="34" charset="0"/>
                <a:ea typeface="Segoe UI" pitchFamily="34" charset="-122"/>
                <a:cs typeface="Segoe UI" pitchFamily="34" charset="-120"/>
              </a:rPr>
              <a:t>@DataProvider · @Factory</a:t>
            </a:r>
            <a:endParaRPr lang="en-US" sz="1150" dirty="0"/>
          </a:p>
        </p:txBody>
      </p:sp>
      <p:sp>
        <p:nvSpPr>
          <p:cNvPr id="18" name="s10_anim004"/>
          <p:cNvSpPr/>
          <p:nvPr/>
        </p:nvSpPr>
        <p:spPr>
          <a:xfrm>
            <a:off x="6260440" y="2377440"/>
            <a:ext cx="2514600" cy="1874520"/>
          </a:xfrm>
          <a:prstGeom prst="roundRect">
            <a:avLst>
              <a:gd name="adj" fmla="val 6341"/>
            </a:avLst>
          </a:prstGeom>
          <a:solidFill>
            <a:srgbClr val="EFF8F7"/>
          </a:solidFill>
          <a:ln w="12700">
            <a:solidFill>
              <a:srgbClr val="3FA9A0"/>
            </a:solidFill>
            <a:prstDash val="solid"/>
          </a:ln>
          <a:effectLst>
            <a:outerShdw blurRad="177800" dist="38100" dir="5400000" algn="bl" rotWithShape="0">
              <a:srgbClr val="101C28">
                <a:alpha val="9000"/>
              </a:srgbClr>
            </a:outerShdw>
          </a:effectLst>
        </p:spPr>
      </p:sp>
      <p:sp>
        <p:nvSpPr>
          <p:cNvPr id="19" name="s10_anim004"/>
          <p:cNvSpPr txBox="1"/>
          <p:nvPr/>
        </p:nvSpPr>
        <p:spPr>
          <a:xfrm>
            <a:off x="6553048" y="2651760"/>
            <a:ext cx="640080" cy="411480"/>
          </a:xfrm>
          <a:prstGeom prst="rect">
            <a:avLst/>
          </a:prstGeom>
          <a:noFill/>
          <a:ln/>
        </p:spPr>
        <p:txBody>
          <a:bodyPr wrap="square" lIns="0" tIns="0" rIns="0" bIns="0" rtlCol="0" anchor="ctr"/>
          <a:lstStyle/>
          <a:p>
            <a:pPr marL="0" indent="0">
              <a:buNone/>
            </a:pPr>
            <a:r>
              <a:rPr lang="en-US" sz="1900" dirty="0">
                <a:solidFill>
                  <a:srgbClr val="000000"/>
                </a:solidFill>
                <a:latin typeface="Segoe UI Emoji" pitchFamily="34" charset="0"/>
                <a:ea typeface="Segoe UI Emoji" pitchFamily="34" charset="-122"/>
                <a:cs typeface="Segoe UI Emoji" pitchFamily="34" charset="-120"/>
              </a:rPr>
              <a:t>⚡</a:t>
            </a:r>
            <a:endParaRPr lang="en-US" sz="1900" dirty="0"/>
          </a:p>
        </p:txBody>
      </p:sp>
      <p:sp>
        <p:nvSpPr>
          <p:cNvPr id="20" name="s10_anim004"/>
          <p:cNvSpPr txBox="1"/>
          <p:nvPr/>
        </p:nvSpPr>
        <p:spPr>
          <a:xfrm>
            <a:off x="6553048" y="3200400"/>
            <a:ext cx="1929384" cy="411480"/>
          </a:xfrm>
          <a:prstGeom prst="rect">
            <a:avLst/>
          </a:prstGeom>
          <a:noFill/>
          <a:ln/>
        </p:spPr>
        <p:txBody>
          <a:bodyPr wrap="square" lIns="0" tIns="0" rIns="0" bIns="0" rtlCol="0" anchor="ctr"/>
          <a:lstStyle/>
          <a:p>
            <a:pPr marL="0" indent="0">
              <a:buNone/>
            </a:pPr>
            <a:r>
              <a:rPr lang="en-US" sz="1900" b="1" dirty="0">
                <a:solidFill>
                  <a:srgbClr val="0F766E"/>
                </a:solidFill>
                <a:latin typeface="Segoe UI" pitchFamily="34" charset="0"/>
                <a:ea typeface="Segoe UI" pitchFamily="34" charset="-122"/>
                <a:cs typeface="Segoe UI" pitchFamily="34" charset="-120"/>
              </a:rPr>
              <a:t>Speed</a:t>
            </a:r>
            <a:endParaRPr lang="en-US" sz="1900" dirty="0"/>
          </a:p>
        </p:txBody>
      </p:sp>
      <p:sp>
        <p:nvSpPr>
          <p:cNvPr id="21" name="s10_anim004"/>
          <p:cNvSpPr txBox="1"/>
          <p:nvPr/>
        </p:nvSpPr>
        <p:spPr>
          <a:xfrm>
            <a:off x="6553048" y="3584448"/>
            <a:ext cx="1929384" cy="914400"/>
          </a:xfrm>
          <a:prstGeom prst="rect">
            <a:avLst/>
          </a:prstGeom>
          <a:noFill/>
          <a:ln/>
        </p:spPr>
        <p:txBody>
          <a:bodyPr wrap="square" lIns="0" tIns="0" rIns="0" bIns="0" rtlCol="0" anchor="ctr"/>
          <a:lstStyle/>
          <a:p>
            <a:pPr marL="0" indent="0">
              <a:lnSpc>
                <a:spcPts val="1700"/>
              </a:lnSpc>
              <a:buNone/>
            </a:pPr>
            <a:r>
              <a:rPr lang="en-US" sz="1150" dirty="0">
                <a:solidFill>
                  <a:srgbClr val="8A93A0"/>
                </a:solidFill>
                <a:latin typeface="Segoe UI" pitchFamily="34" charset="0"/>
                <a:ea typeface="Segoe UI" pitchFamily="34" charset="-122"/>
                <a:cs typeface="Segoe UI" pitchFamily="34" charset="-120"/>
              </a:rPr>
              <a:t>Native parallel execution</a:t>
            </a:r>
            <a:endParaRPr lang="en-US" sz="1150" dirty="0"/>
          </a:p>
        </p:txBody>
      </p:sp>
      <p:sp>
        <p:nvSpPr>
          <p:cNvPr id="22" name="s10_anim005"/>
          <p:cNvSpPr/>
          <p:nvPr/>
        </p:nvSpPr>
        <p:spPr>
          <a:xfrm>
            <a:off x="9104224" y="2377440"/>
            <a:ext cx="2514600" cy="1874520"/>
          </a:xfrm>
          <a:prstGeom prst="roundRect">
            <a:avLst>
              <a:gd name="adj" fmla="val 6341"/>
            </a:avLst>
          </a:prstGeom>
          <a:solidFill>
            <a:srgbClr val="EFF8F7"/>
          </a:solidFill>
          <a:ln w="12700">
            <a:solidFill>
              <a:srgbClr val="3FA9A0"/>
            </a:solidFill>
            <a:prstDash val="solid"/>
          </a:ln>
          <a:effectLst>
            <a:outerShdw blurRad="177800" dist="38100" dir="5400000" algn="bl" rotWithShape="0">
              <a:srgbClr val="101C28">
                <a:alpha val="9000"/>
              </a:srgbClr>
            </a:outerShdw>
          </a:effectLst>
        </p:spPr>
      </p:sp>
      <p:sp>
        <p:nvSpPr>
          <p:cNvPr id="23" name="s10_anim005"/>
          <p:cNvSpPr txBox="1"/>
          <p:nvPr/>
        </p:nvSpPr>
        <p:spPr>
          <a:xfrm>
            <a:off x="9396832" y="2651760"/>
            <a:ext cx="640080" cy="411480"/>
          </a:xfrm>
          <a:prstGeom prst="rect">
            <a:avLst/>
          </a:prstGeom>
          <a:noFill/>
          <a:ln/>
        </p:spPr>
        <p:txBody>
          <a:bodyPr wrap="square" lIns="0" tIns="0" rIns="0" bIns="0" rtlCol="0" anchor="ctr"/>
          <a:lstStyle/>
          <a:p>
            <a:pPr marL="0" indent="0">
              <a:buNone/>
            </a:pPr>
            <a:r>
              <a:rPr lang="en-US" sz="1900" dirty="0">
                <a:solidFill>
                  <a:srgbClr val="000000"/>
                </a:solidFill>
                <a:latin typeface="Segoe UI Emoji" pitchFamily="34" charset="0"/>
                <a:ea typeface="Segoe UI Emoji" pitchFamily="34" charset="-122"/>
                <a:cs typeface="Segoe UI Emoji" pitchFamily="34" charset="-120"/>
              </a:rPr>
              <a:t>🎛️</a:t>
            </a:r>
            <a:endParaRPr lang="en-US" sz="1900" dirty="0"/>
          </a:p>
        </p:txBody>
      </p:sp>
      <p:sp>
        <p:nvSpPr>
          <p:cNvPr id="24" name="s10_anim005"/>
          <p:cNvSpPr txBox="1"/>
          <p:nvPr/>
        </p:nvSpPr>
        <p:spPr>
          <a:xfrm>
            <a:off x="9396832" y="3200400"/>
            <a:ext cx="1929384" cy="411480"/>
          </a:xfrm>
          <a:prstGeom prst="rect">
            <a:avLst/>
          </a:prstGeom>
          <a:noFill/>
          <a:ln/>
        </p:spPr>
        <p:txBody>
          <a:bodyPr wrap="square" lIns="0" tIns="0" rIns="0" bIns="0" rtlCol="0" anchor="ctr"/>
          <a:lstStyle/>
          <a:p>
            <a:pPr marL="0" indent="0">
              <a:buNone/>
            </a:pPr>
            <a:r>
              <a:rPr lang="en-US" sz="1900" b="1" dirty="0">
                <a:solidFill>
                  <a:srgbClr val="0F766E"/>
                </a:solidFill>
                <a:latin typeface="Segoe UI" pitchFamily="34" charset="0"/>
                <a:ea typeface="Segoe UI" pitchFamily="34" charset="-122"/>
                <a:cs typeface="Segoe UI" pitchFamily="34" charset="-120"/>
              </a:rPr>
              <a:t>Control</a:t>
            </a:r>
            <a:endParaRPr lang="en-US" sz="1900" dirty="0"/>
          </a:p>
        </p:txBody>
      </p:sp>
      <p:sp>
        <p:nvSpPr>
          <p:cNvPr id="25" name="s10_anim005"/>
          <p:cNvSpPr txBox="1"/>
          <p:nvPr/>
        </p:nvSpPr>
        <p:spPr>
          <a:xfrm>
            <a:off x="9396832" y="3584448"/>
            <a:ext cx="1929384" cy="914400"/>
          </a:xfrm>
          <a:prstGeom prst="rect">
            <a:avLst/>
          </a:prstGeom>
          <a:noFill/>
          <a:ln/>
        </p:spPr>
        <p:txBody>
          <a:bodyPr wrap="square" lIns="0" tIns="0" rIns="0" bIns="0" rtlCol="0" anchor="ctr"/>
          <a:lstStyle/>
          <a:p>
            <a:pPr marL="0" indent="0">
              <a:lnSpc>
                <a:spcPts val="1700"/>
              </a:lnSpc>
              <a:buNone/>
            </a:pPr>
            <a:r>
              <a:rPr lang="en-US" sz="1150" dirty="0">
                <a:solidFill>
                  <a:srgbClr val="8A93A0"/>
                </a:solidFill>
                <a:latin typeface="Segoe UI" pitchFamily="34" charset="0"/>
                <a:ea typeface="Segoe UI" pitchFamily="34" charset="-122"/>
                <a:cs typeface="Segoe UI" pitchFamily="34" charset="-120"/>
              </a:rPr>
              <a:t>testng.xml · listeners · CI</a:t>
            </a:r>
            <a:endParaRPr lang="en-US" sz="11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0" presetID="10" presetClass="entr" presetSubtype="0" fill="hold" grpId="0" nodeType="withEffect">
                            <p:stCondLst>
                              <p:cond delay="22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22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22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44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44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44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44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grpId="0" nodeType="withEffect">
                            <p:stCondLst>
                              <p:cond delay="66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4" presetID="10" presetClass="entr" presetSubtype="0" fill="hold" grpId="0" nodeType="withEffect">
                            <p:stCondLst>
                              <p:cond delay="66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grpId="0" nodeType="withEffect">
                            <p:stCondLst>
                              <p:cond delay="66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66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88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6" presetID="10" presetClass="entr" presetSubtype="0" fill="hold" grpId="0" nodeType="withEffect">
                            <p:stCondLst>
                              <p:cond delay="88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49" presetID="10" presetClass="entr" presetSubtype="0" fill="hold" grpId="0" nodeType="withEffect">
                            <p:stCondLst>
                              <p:cond delay="88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par>
                          <p:cTn id="52" presetID="10" presetClass="entr" presetSubtype="0" fill="hold" grpId="0" nodeType="withEffect">
                            <p:stCondLst>
                              <p:cond delay="88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chromeDot"/>
          <p:cNvSpPr/>
          <p:nvPr/>
        </p:nvSpPr>
        <p:spPr>
          <a:xfrm>
            <a:off x="685800" y="438912"/>
            <a:ext cx="329184" cy="329184"/>
          </a:xfrm>
          <a:prstGeom prst="ellipse">
            <a:avLst/>
          </a:prstGeom>
          <a:solidFill>
            <a:srgbClr val="0F766E"/>
          </a:solidFill>
          <a:ln/>
        </p:spPr>
      </p:sp>
      <p:sp>
        <p:nvSpPr>
          <p:cNvPr id="3" name="chromeNum"/>
          <p:cNvSpPr txBox="1"/>
          <p:nvPr/>
        </p:nvSpPr>
        <p:spPr>
          <a:xfrm>
            <a:off x="685800" y="43891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II</a:t>
            </a:r>
            <a:endParaRPr lang="en-US" sz="1200" dirty="0"/>
          </a:p>
        </p:txBody>
      </p:sp>
      <p:sp>
        <p:nvSpPr>
          <p:cNvPr id="4" name="chromeLabel"/>
          <p:cNvSpPr txBox="1"/>
          <p:nvPr/>
        </p:nvSpPr>
        <p:spPr>
          <a:xfrm>
            <a:off x="1115568" y="438912"/>
            <a:ext cx="5486400" cy="329184"/>
          </a:xfrm>
          <a:prstGeom prst="rect">
            <a:avLst/>
          </a:prstGeom>
          <a:noFill/>
          <a:ln/>
        </p:spPr>
        <p:txBody>
          <a:bodyPr wrap="square" lIns="0" tIns="0" rIns="0" bIns="0" rtlCol="0" anchor="ctr"/>
          <a:lstStyle/>
          <a:p>
            <a:pPr marL="0" indent="0">
              <a:buNone/>
            </a:pPr>
            <a:r>
              <a:rPr lang="en-US" sz="1050" b="1" kern="0" spc="260" dirty="0">
                <a:solidFill>
                  <a:srgbClr val="0F766E"/>
                </a:solidFill>
                <a:latin typeface="Segoe UI" pitchFamily="34" charset="0"/>
                <a:ea typeface="Segoe UI" pitchFamily="34" charset="-122"/>
                <a:cs typeface="Segoe UI" pitchFamily="34" charset="-120"/>
              </a:rPr>
              <a:t>PROS · ORDER</a:t>
            </a:r>
            <a:endParaRPr lang="en-US" sz="1050" dirty="0"/>
          </a:p>
        </p:txBody>
      </p:sp>
      <p:sp>
        <p:nvSpPr>
          <p:cNvPr id="5" name="rail0"/>
          <p:cNvSpPr/>
          <p:nvPr/>
        </p:nvSpPr>
        <p:spPr>
          <a:xfrm>
            <a:off x="685800" y="6236208"/>
            <a:ext cx="402336" cy="64008"/>
          </a:xfrm>
          <a:prstGeom prst="roundRect">
            <a:avLst>
              <a:gd name="adj" fmla="val 50000"/>
            </a:avLst>
          </a:prstGeom>
          <a:solidFill>
            <a:srgbClr val="DCDEE3"/>
          </a:solidFill>
          <a:ln/>
        </p:spPr>
      </p:sp>
      <p:sp>
        <p:nvSpPr>
          <p:cNvPr id="6" name="rail1"/>
          <p:cNvSpPr/>
          <p:nvPr/>
        </p:nvSpPr>
        <p:spPr>
          <a:xfrm>
            <a:off x="1197864" y="6236208"/>
            <a:ext cx="402336" cy="64008"/>
          </a:xfrm>
          <a:prstGeom prst="roundRect">
            <a:avLst>
              <a:gd name="adj" fmla="val 50000"/>
            </a:avLst>
          </a:prstGeom>
          <a:solidFill>
            <a:srgbClr val="0F766E"/>
          </a:solidFill>
          <a:ln/>
        </p:spPr>
      </p:sp>
      <p:sp>
        <p:nvSpPr>
          <p:cNvPr id="7" name="rail2"/>
          <p:cNvSpPr/>
          <p:nvPr/>
        </p:nvSpPr>
        <p:spPr>
          <a:xfrm>
            <a:off x="1709928" y="6236208"/>
            <a:ext cx="402336" cy="64008"/>
          </a:xfrm>
          <a:prstGeom prst="roundRect">
            <a:avLst>
              <a:gd name="adj" fmla="val 50000"/>
            </a:avLst>
          </a:prstGeom>
          <a:solidFill>
            <a:srgbClr val="DCDEE3"/>
          </a:solidFill>
          <a:ln/>
        </p:spPr>
      </p:sp>
      <p:sp>
        <p:nvSpPr>
          <p:cNvPr id="8" name="chromePage"/>
          <p:cNvSpPr txBox="1"/>
          <p:nvPr/>
        </p:nvSpPr>
        <p:spPr>
          <a:xfrm>
            <a:off x="10241280" y="6089904"/>
            <a:ext cx="1280160" cy="365760"/>
          </a:xfrm>
          <a:prstGeom prst="rect">
            <a:avLst/>
          </a:prstGeom>
          <a:noFill/>
          <a:ln/>
        </p:spPr>
        <p:txBody>
          <a:bodyPr wrap="square" lIns="0" tIns="0" rIns="0" bIns="0" rtlCol="0" anchor="ctr"/>
          <a:lstStyle/>
          <a:p>
            <a:pPr marL="0" indent="0" algn="r">
              <a:buNone/>
            </a:pPr>
            <a:r>
              <a:rPr lang="en-US" sz="1050" b="1" kern="0" spc="120" dirty="0">
                <a:solidFill>
                  <a:srgbClr val="3C4450"/>
                </a:solidFill>
                <a:latin typeface="Segoe UI" pitchFamily="34" charset="0"/>
                <a:ea typeface="Segoe UI" pitchFamily="34" charset="-122"/>
                <a:cs typeface="Segoe UI" pitchFamily="34" charset="-120"/>
              </a:rPr>
              <a:t>11</a:t>
            </a:r>
            <a:r>
              <a:rPr lang="en-US" sz="1050" kern="0" spc="120" dirty="0">
                <a:solidFill>
                  <a:srgbClr val="B6BDC8"/>
                </a:solidFill>
                <a:latin typeface="Segoe UI" pitchFamily="34" charset="0"/>
                <a:ea typeface="Segoe UI" pitchFamily="34" charset="-122"/>
                <a:cs typeface="Segoe UI" pitchFamily="34" charset="-120"/>
              </a:rPr>
              <a:t>  / 20</a:t>
            </a:r>
            <a:endParaRPr lang="en-US" sz="1050" dirty="0"/>
          </a:p>
        </p:txBody>
      </p:sp>
      <p:sp>
        <p:nvSpPr>
          <p:cNvPr id="9" name="s11_anim001"/>
          <p:cNvSpPr txBox="1"/>
          <p:nvPr/>
        </p:nvSpPr>
        <p:spPr>
          <a:xfrm>
            <a:off x="731520" y="1078992"/>
            <a:ext cx="10725912" cy="822960"/>
          </a:xfrm>
          <a:prstGeom prst="rect">
            <a:avLst/>
          </a:prstGeom>
          <a:noFill/>
          <a:ln/>
        </p:spPr>
        <p:txBody>
          <a:bodyPr wrap="square" lIns="0" tIns="0" rIns="0" bIns="0" rtlCol="0" anchor="ctr"/>
          <a:lstStyle/>
          <a:p>
            <a:pPr marL="0" indent="0" algn="ctr">
              <a:buNone/>
            </a:pPr>
            <a:r>
              <a:rPr lang="en-US" sz="3400" b="1" dirty="0">
                <a:solidFill>
                  <a:srgbClr val="15181D"/>
                </a:solidFill>
                <a:latin typeface="Segoe UI" pitchFamily="34" charset="0"/>
                <a:ea typeface="Segoe UI" pitchFamily="34" charset="-122"/>
                <a:cs typeface="Segoe UI" pitchFamily="34" charset="-120"/>
              </a:rPr>
              <a:t>One real failure, </a:t>
            </a:r>
            <a:r>
              <a:rPr lang="en-US" sz="3400" b="1" dirty="0">
                <a:solidFill>
                  <a:srgbClr val="0F766E"/>
                </a:solidFill>
                <a:latin typeface="Segoe UI" pitchFamily="34" charset="0"/>
                <a:ea typeface="Segoe UI" pitchFamily="34" charset="-122"/>
                <a:cs typeface="Segoe UI" pitchFamily="34" charset="-120"/>
              </a:rPr>
              <a:t>not three</a:t>
            </a:r>
            <a:endParaRPr lang="en-US" sz="3400" dirty="0"/>
          </a:p>
        </p:txBody>
      </p:sp>
      <p:sp>
        <p:nvSpPr>
          <p:cNvPr id="10" name="s11_anim002"/>
          <p:cNvSpPr txBox="1"/>
          <p:nvPr/>
        </p:nvSpPr>
        <p:spPr>
          <a:xfrm>
            <a:off x="822960" y="2066544"/>
            <a:ext cx="4572000" cy="274320"/>
          </a:xfrm>
          <a:prstGeom prst="rect">
            <a:avLst/>
          </a:prstGeom>
          <a:noFill/>
          <a:ln/>
        </p:spPr>
        <p:txBody>
          <a:bodyPr wrap="square" lIns="0" tIns="0" rIns="0" bIns="0" rtlCol="0" anchor="ctr"/>
          <a:lstStyle/>
          <a:p>
            <a:pPr marL="0" indent="0">
              <a:buNone/>
            </a:pPr>
            <a:r>
              <a:rPr lang="en-US" sz="1050" b="1" kern="0" spc="180" dirty="0">
                <a:solidFill>
                  <a:srgbClr val="8A93A0"/>
                </a:solidFill>
                <a:latin typeface="Segoe UI" pitchFamily="34" charset="0"/>
                <a:ea typeface="Segoe UI" pitchFamily="34" charset="-122"/>
                <a:cs typeface="Segoe UI" pitchFamily="34" charset="-120"/>
              </a:rPr>
              <a:t>WITHOUT DEPENDENCIES</a:t>
            </a:r>
            <a:endParaRPr lang="en-US" sz="1050" dirty="0"/>
          </a:p>
        </p:txBody>
      </p:sp>
      <p:sp>
        <p:nvSpPr>
          <p:cNvPr id="11" name="s11_anim002"/>
          <p:cNvSpPr/>
          <p:nvPr/>
        </p:nvSpPr>
        <p:spPr>
          <a:xfrm>
            <a:off x="822960" y="2377440"/>
            <a:ext cx="2194560" cy="786384"/>
          </a:xfrm>
          <a:prstGeom prst="roundRect">
            <a:avLst>
              <a:gd name="adj" fmla="val 13953"/>
            </a:avLst>
          </a:prstGeom>
          <a:solidFill>
            <a:srgbClr val="FEF2F2"/>
          </a:solidFill>
          <a:ln w="12700">
            <a:solidFill>
              <a:srgbClr val="E8A8A8"/>
            </a:solidFill>
            <a:prstDash val="solid"/>
          </a:ln>
          <a:effectLst>
            <a:outerShdw blurRad="177800" dist="38100" dir="5400000" algn="bl" rotWithShape="0">
              <a:srgbClr val="101C28">
                <a:alpha val="9000"/>
              </a:srgbClr>
            </a:outerShdw>
          </a:effectLst>
        </p:spPr>
      </p:sp>
      <p:sp>
        <p:nvSpPr>
          <p:cNvPr id="12" name="s11_anim002"/>
          <p:cNvSpPr txBox="1"/>
          <p:nvPr/>
        </p:nvSpPr>
        <p:spPr>
          <a:xfrm>
            <a:off x="822960" y="2478024"/>
            <a:ext cx="2194560" cy="329184"/>
          </a:xfrm>
          <a:prstGeom prst="rect">
            <a:avLst/>
          </a:prstGeom>
          <a:noFill/>
          <a:ln/>
        </p:spPr>
        <p:txBody>
          <a:bodyPr wrap="square" lIns="0" tIns="0" rIns="0" bIns="0" rtlCol="0" anchor="ctr"/>
          <a:lstStyle/>
          <a:p>
            <a:pPr marL="0" indent="0" algn="ctr">
              <a:buNone/>
            </a:pPr>
            <a:r>
              <a:rPr lang="en-US" sz="1400" b="1" dirty="0">
                <a:solidFill>
                  <a:srgbClr val="15181D"/>
                </a:solidFill>
                <a:latin typeface="Segoe UI" pitchFamily="34" charset="0"/>
                <a:ea typeface="Segoe UI" pitchFamily="34" charset="-122"/>
                <a:cs typeface="Segoe UI" pitchFamily="34" charset="-120"/>
              </a:rPr>
              <a:t>login</a:t>
            </a:r>
            <a:endParaRPr lang="en-US" sz="1400" dirty="0"/>
          </a:p>
        </p:txBody>
      </p:sp>
      <p:sp>
        <p:nvSpPr>
          <p:cNvPr id="13" name="s11_anim002"/>
          <p:cNvSpPr txBox="1"/>
          <p:nvPr/>
        </p:nvSpPr>
        <p:spPr>
          <a:xfrm>
            <a:off x="822960" y="2788920"/>
            <a:ext cx="2194560" cy="274320"/>
          </a:xfrm>
          <a:prstGeom prst="rect">
            <a:avLst/>
          </a:prstGeom>
          <a:noFill/>
          <a:ln/>
        </p:spPr>
        <p:txBody>
          <a:bodyPr wrap="square" lIns="0" tIns="0" rIns="0" bIns="0" rtlCol="0" anchor="ctr"/>
          <a:lstStyle/>
          <a:p>
            <a:pPr marL="0" indent="0" algn="ctr">
              <a:buNone/>
            </a:pPr>
            <a:r>
              <a:rPr lang="en-US" sz="1050" b="1" kern="0" spc="80" dirty="0">
                <a:solidFill>
                  <a:srgbClr val="B91C1C"/>
                </a:solidFill>
                <a:latin typeface="Segoe UI" pitchFamily="34" charset="0"/>
                <a:ea typeface="Segoe UI" pitchFamily="34" charset="-122"/>
                <a:cs typeface="Segoe UI" pitchFamily="34" charset="-120"/>
              </a:rPr>
              <a:t>FAIL</a:t>
            </a:r>
            <a:endParaRPr lang="en-US" sz="1050" dirty="0"/>
          </a:p>
        </p:txBody>
      </p:sp>
      <p:sp>
        <p:nvSpPr>
          <p:cNvPr id="14" name="s11_anim002"/>
          <p:cNvSpPr/>
          <p:nvPr/>
        </p:nvSpPr>
        <p:spPr>
          <a:xfrm>
            <a:off x="3218688" y="2377440"/>
            <a:ext cx="2194560" cy="786384"/>
          </a:xfrm>
          <a:prstGeom prst="roundRect">
            <a:avLst>
              <a:gd name="adj" fmla="val 13953"/>
            </a:avLst>
          </a:prstGeom>
          <a:solidFill>
            <a:srgbClr val="FEF2F2"/>
          </a:solidFill>
          <a:ln w="12700">
            <a:solidFill>
              <a:srgbClr val="E8A8A8"/>
            </a:solidFill>
            <a:prstDash val="solid"/>
          </a:ln>
          <a:effectLst>
            <a:outerShdw blurRad="177800" dist="38100" dir="5400000" algn="bl" rotWithShape="0">
              <a:srgbClr val="101C28">
                <a:alpha val="9000"/>
              </a:srgbClr>
            </a:outerShdw>
          </a:effectLst>
        </p:spPr>
      </p:sp>
      <p:sp>
        <p:nvSpPr>
          <p:cNvPr id="15" name="s11_anim002"/>
          <p:cNvSpPr txBox="1"/>
          <p:nvPr/>
        </p:nvSpPr>
        <p:spPr>
          <a:xfrm>
            <a:off x="3218688" y="2478024"/>
            <a:ext cx="2194560" cy="329184"/>
          </a:xfrm>
          <a:prstGeom prst="rect">
            <a:avLst/>
          </a:prstGeom>
          <a:noFill/>
          <a:ln/>
        </p:spPr>
        <p:txBody>
          <a:bodyPr wrap="square" lIns="0" tIns="0" rIns="0" bIns="0" rtlCol="0" anchor="ctr"/>
          <a:lstStyle/>
          <a:p>
            <a:pPr marL="0" indent="0" algn="ctr">
              <a:buNone/>
            </a:pPr>
            <a:r>
              <a:rPr lang="en-US" sz="1400" b="1" dirty="0">
                <a:solidFill>
                  <a:srgbClr val="15181D"/>
                </a:solidFill>
                <a:latin typeface="Segoe UI" pitchFamily="34" charset="0"/>
                <a:ea typeface="Segoe UI" pitchFamily="34" charset="-122"/>
                <a:cs typeface="Segoe UI" pitchFamily="34" charset="-120"/>
              </a:rPr>
              <a:t>addToCart</a:t>
            </a:r>
            <a:endParaRPr lang="en-US" sz="1400" dirty="0"/>
          </a:p>
        </p:txBody>
      </p:sp>
      <p:sp>
        <p:nvSpPr>
          <p:cNvPr id="16" name="s11_anim002"/>
          <p:cNvSpPr txBox="1"/>
          <p:nvPr/>
        </p:nvSpPr>
        <p:spPr>
          <a:xfrm>
            <a:off x="3218688" y="2788920"/>
            <a:ext cx="2194560" cy="274320"/>
          </a:xfrm>
          <a:prstGeom prst="rect">
            <a:avLst/>
          </a:prstGeom>
          <a:noFill/>
          <a:ln/>
        </p:spPr>
        <p:txBody>
          <a:bodyPr wrap="square" lIns="0" tIns="0" rIns="0" bIns="0" rtlCol="0" anchor="ctr"/>
          <a:lstStyle/>
          <a:p>
            <a:pPr marL="0" indent="0" algn="ctr">
              <a:buNone/>
            </a:pPr>
            <a:r>
              <a:rPr lang="en-US" sz="1050" b="1" kern="0" spc="80" dirty="0">
                <a:solidFill>
                  <a:srgbClr val="B91C1C"/>
                </a:solidFill>
                <a:latin typeface="Segoe UI" pitchFamily="34" charset="0"/>
                <a:ea typeface="Segoe UI" pitchFamily="34" charset="-122"/>
                <a:cs typeface="Segoe UI" pitchFamily="34" charset="-120"/>
              </a:rPr>
              <a:t>FAIL</a:t>
            </a:r>
            <a:endParaRPr lang="en-US" sz="1050" dirty="0"/>
          </a:p>
        </p:txBody>
      </p:sp>
      <p:sp>
        <p:nvSpPr>
          <p:cNvPr id="17" name="s11_anim002"/>
          <p:cNvSpPr/>
          <p:nvPr/>
        </p:nvSpPr>
        <p:spPr>
          <a:xfrm>
            <a:off x="5614416" y="2377440"/>
            <a:ext cx="2194560" cy="786384"/>
          </a:xfrm>
          <a:prstGeom prst="roundRect">
            <a:avLst>
              <a:gd name="adj" fmla="val 13953"/>
            </a:avLst>
          </a:prstGeom>
          <a:solidFill>
            <a:srgbClr val="FEF2F2"/>
          </a:solidFill>
          <a:ln w="12700">
            <a:solidFill>
              <a:srgbClr val="E8A8A8"/>
            </a:solidFill>
            <a:prstDash val="solid"/>
          </a:ln>
          <a:effectLst>
            <a:outerShdw blurRad="177800" dist="38100" dir="5400000" algn="bl" rotWithShape="0">
              <a:srgbClr val="101C28">
                <a:alpha val="9000"/>
              </a:srgbClr>
            </a:outerShdw>
          </a:effectLst>
        </p:spPr>
      </p:sp>
      <p:sp>
        <p:nvSpPr>
          <p:cNvPr id="18" name="s11_anim002"/>
          <p:cNvSpPr txBox="1"/>
          <p:nvPr/>
        </p:nvSpPr>
        <p:spPr>
          <a:xfrm>
            <a:off x="5614416" y="2478024"/>
            <a:ext cx="2194560" cy="329184"/>
          </a:xfrm>
          <a:prstGeom prst="rect">
            <a:avLst/>
          </a:prstGeom>
          <a:noFill/>
          <a:ln/>
        </p:spPr>
        <p:txBody>
          <a:bodyPr wrap="square" lIns="0" tIns="0" rIns="0" bIns="0" rtlCol="0" anchor="ctr"/>
          <a:lstStyle/>
          <a:p>
            <a:pPr marL="0" indent="0" algn="ctr">
              <a:buNone/>
            </a:pPr>
            <a:r>
              <a:rPr lang="en-US" sz="1400" b="1" dirty="0">
                <a:solidFill>
                  <a:srgbClr val="15181D"/>
                </a:solidFill>
                <a:latin typeface="Segoe UI" pitchFamily="34" charset="0"/>
                <a:ea typeface="Segoe UI" pitchFamily="34" charset="-122"/>
                <a:cs typeface="Segoe UI" pitchFamily="34" charset="-120"/>
              </a:rPr>
              <a:t>checkout</a:t>
            </a:r>
            <a:endParaRPr lang="en-US" sz="1400" dirty="0"/>
          </a:p>
        </p:txBody>
      </p:sp>
      <p:sp>
        <p:nvSpPr>
          <p:cNvPr id="19" name="s11_anim002"/>
          <p:cNvSpPr txBox="1"/>
          <p:nvPr/>
        </p:nvSpPr>
        <p:spPr>
          <a:xfrm>
            <a:off x="5614416" y="2788920"/>
            <a:ext cx="2194560" cy="274320"/>
          </a:xfrm>
          <a:prstGeom prst="rect">
            <a:avLst/>
          </a:prstGeom>
          <a:noFill/>
          <a:ln/>
        </p:spPr>
        <p:txBody>
          <a:bodyPr wrap="square" lIns="0" tIns="0" rIns="0" bIns="0" rtlCol="0" anchor="ctr"/>
          <a:lstStyle/>
          <a:p>
            <a:pPr marL="0" indent="0" algn="ctr">
              <a:buNone/>
            </a:pPr>
            <a:r>
              <a:rPr lang="en-US" sz="1050" b="1" kern="0" spc="80" dirty="0">
                <a:solidFill>
                  <a:srgbClr val="B91C1C"/>
                </a:solidFill>
                <a:latin typeface="Segoe UI" pitchFamily="34" charset="0"/>
                <a:ea typeface="Segoe UI" pitchFamily="34" charset="-122"/>
                <a:cs typeface="Segoe UI" pitchFamily="34" charset="-120"/>
              </a:rPr>
              <a:t>FAIL</a:t>
            </a:r>
            <a:endParaRPr lang="en-US" sz="1050" dirty="0"/>
          </a:p>
        </p:txBody>
      </p:sp>
      <p:sp>
        <p:nvSpPr>
          <p:cNvPr id="20" name="s11_anim002"/>
          <p:cNvSpPr txBox="1"/>
          <p:nvPr/>
        </p:nvSpPr>
        <p:spPr>
          <a:xfrm>
            <a:off x="8138160" y="2377440"/>
            <a:ext cx="3474720" cy="786384"/>
          </a:xfrm>
          <a:prstGeom prst="rect">
            <a:avLst/>
          </a:prstGeom>
          <a:noFill/>
          <a:ln/>
        </p:spPr>
        <p:txBody>
          <a:bodyPr wrap="square" lIns="0" tIns="0" rIns="0" bIns="0" rtlCol="0" anchor="ctr"/>
          <a:lstStyle/>
          <a:p>
            <a:pPr marL="0" indent="0">
              <a:buNone/>
            </a:pPr>
            <a:r>
              <a:rPr lang="en-US" sz="1500" b="1" dirty="0">
                <a:solidFill>
                  <a:srgbClr val="B91C1C"/>
                </a:solidFill>
                <a:latin typeface="Segoe UI" pitchFamily="34" charset="0"/>
                <a:ea typeface="Segoe UI" pitchFamily="34" charset="-122"/>
                <a:cs typeface="Segoe UI" pitchFamily="34" charset="-120"/>
              </a:rPr>
              <a:t>3 red reports  ·  1 cause</a:t>
            </a:r>
            <a:endParaRPr lang="en-US" sz="1500" dirty="0"/>
          </a:p>
        </p:txBody>
      </p:sp>
      <p:sp>
        <p:nvSpPr>
          <p:cNvPr id="21" name="s11_anim003"/>
          <p:cNvSpPr txBox="1"/>
          <p:nvPr/>
        </p:nvSpPr>
        <p:spPr>
          <a:xfrm>
            <a:off x="822960" y="3849624"/>
            <a:ext cx="4572000" cy="274320"/>
          </a:xfrm>
          <a:prstGeom prst="rect">
            <a:avLst/>
          </a:prstGeom>
          <a:noFill/>
          <a:ln/>
        </p:spPr>
        <p:txBody>
          <a:bodyPr wrap="square" lIns="0" tIns="0" rIns="0" bIns="0" rtlCol="0" anchor="ctr"/>
          <a:lstStyle/>
          <a:p>
            <a:pPr marL="0" indent="0">
              <a:buNone/>
            </a:pPr>
            <a:r>
              <a:rPr lang="en-US" sz="1050" b="1" kern="0" spc="180" dirty="0">
                <a:solidFill>
                  <a:srgbClr val="0F766E"/>
                </a:solidFill>
                <a:latin typeface="Segoe UI" pitchFamily="34" charset="0"/>
                <a:ea typeface="Segoe UI" pitchFamily="34" charset="-122"/>
                <a:cs typeface="Segoe UI" pitchFamily="34" charset="-120"/>
              </a:rPr>
              <a:t>dependsOnMethods</a:t>
            </a:r>
            <a:endParaRPr lang="en-US" sz="1050" dirty="0"/>
          </a:p>
        </p:txBody>
      </p:sp>
      <p:sp>
        <p:nvSpPr>
          <p:cNvPr id="22" name="s11_anim003"/>
          <p:cNvSpPr/>
          <p:nvPr/>
        </p:nvSpPr>
        <p:spPr>
          <a:xfrm>
            <a:off x="822960" y="4160520"/>
            <a:ext cx="2194560" cy="786384"/>
          </a:xfrm>
          <a:prstGeom prst="roundRect">
            <a:avLst>
              <a:gd name="adj" fmla="val 13953"/>
            </a:avLst>
          </a:prstGeom>
          <a:solidFill>
            <a:srgbClr val="FEF2F2"/>
          </a:solidFill>
          <a:ln w="12700">
            <a:solidFill>
              <a:srgbClr val="E8A8A8"/>
            </a:solidFill>
            <a:prstDash val="solid"/>
          </a:ln>
          <a:effectLst>
            <a:outerShdw blurRad="177800" dist="38100" dir="5400000" algn="bl" rotWithShape="0">
              <a:srgbClr val="101C28">
                <a:alpha val="9000"/>
              </a:srgbClr>
            </a:outerShdw>
          </a:effectLst>
        </p:spPr>
      </p:sp>
      <p:sp>
        <p:nvSpPr>
          <p:cNvPr id="23" name="s11_anim003"/>
          <p:cNvSpPr txBox="1"/>
          <p:nvPr/>
        </p:nvSpPr>
        <p:spPr>
          <a:xfrm>
            <a:off x="822960" y="4261104"/>
            <a:ext cx="2194560" cy="329184"/>
          </a:xfrm>
          <a:prstGeom prst="rect">
            <a:avLst/>
          </a:prstGeom>
          <a:noFill/>
          <a:ln/>
        </p:spPr>
        <p:txBody>
          <a:bodyPr wrap="square" lIns="0" tIns="0" rIns="0" bIns="0" rtlCol="0" anchor="ctr"/>
          <a:lstStyle/>
          <a:p>
            <a:pPr marL="0" indent="0" algn="ctr">
              <a:buNone/>
            </a:pPr>
            <a:r>
              <a:rPr lang="en-US" sz="1400" b="1" dirty="0">
                <a:solidFill>
                  <a:srgbClr val="15181D"/>
                </a:solidFill>
                <a:latin typeface="Segoe UI" pitchFamily="34" charset="0"/>
                <a:ea typeface="Segoe UI" pitchFamily="34" charset="-122"/>
                <a:cs typeface="Segoe UI" pitchFamily="34" charset="-120"/>
              </a:rPr>
              <a:t>login</a:t>
            </a:r>
            <a:endParaRPr lang="en-US" sz="1400" dirty="0"/>
          </a:p>
        </p:txBody>
      </p:sp>
      <p:sp>
        <p:nvSpPr>
          <p:cNvPr id="24" name="s11_anim003"/>
          <p:cNvSpPr txBox="1"/>
          <p:nvPr/>
        </p:nvSpPr>
        <p:spPr>
          <a:xfrm>
            <a:off x="822960" y="4572000"/>
            <a:ext cx="2194560" cy="274320"/>
          </a:xfrm>
          <a:prstGeom prst="rect">
            <a:avLst/>
          </a:prstGeom>
          <a:noFill/>
          <a:ln/>
        </p:spPr>
        <p:txBody>
          <a:bodyPr wrap="square" lIns="0" tIns="0" rIns="0" bIns="0" rtlCol="0" anchor="ctr"/>
          <a:lstStyle/>
          <a:p>
            <a:pPr marL="0" indent="0" algn="ctr">
              <a:buNone/>
            </a:pPr>
            <a:r>
              <a:rPr lang="en-US" sz="1050" b="1" kern="0" spc="80" dirty="0">
                <a:solidFill>
                  <a:srgbClr val="B91C1C"/>
                </a:solidFill>
                <a:latin typeface="Segoe UI" pitchFamily="34" charset="0"/>
                <a:ea typeface="Segoe UI" pitchFamily="34" charset="-122"/>
                <a:cs typeface="Segoe UI" pitchFamily="34" charset="-120"/>
              </a:rPr>
              <a:t>FAIL</a:t>
            </a:r>
            <a:endParaRPr lang="en-US" sz="1050" dirty="0"/>
          </a:p>
        </p:txBody>
      </p:sp>
      <p:sp>
        <p:nvSpPr>
          <p:cNvPr id="25" name="s11_anim003"/>
          <p:cNvSpPr/>
          <p:nvPr/>
        </p:nvSpPr>
        <p:spPr>
          <a:xfrm>
            <a:off x="3218688" y="4160520"/>
            <a:ext cx="2194560" cy="786384"/>
          </a:xfrm>
          <a:prstGeom prst="roundRect">
            <a:avLst>
              <a:gd name="adj" fmla="val 13953"/>
            </a:avLst>
          </a:prstGeom>
          <a:solidFill>
            <a:srgbClr val="F7F8FA"/>
          </a:solidFill>
          <a:ln w="12700">
            <a:solidFill>
              <a:srgbClr val="D8DCE2"/>
            </a:solidFill>
            <a:prstDash val="dash"/>
          </a:ln>
          <a:effectLst>
            <a:outerShdw blurRad="177800" dist="38100" dir="5400000" algn="bl" rotWithShape="0">
              <a:srgbClr val="101C28">
                <a:alpha val="9000"/>
              </a:srgbClr>
            </a:outerShdw>
          </a:effectLst>
        </p:spPr>
      </p:sp>
      <p:sp>
        <p:nvSpPr>
          <p:cNvPr id="26" name="s11_anim003"/>
          <p:cNvSpPr txBox="1"/>
          <p:nvPr/>
        </p:nvSpPr>
        <p:spPr>
          <a:xfrm>
            <a:off x="3218688" y="4261104"/>
            <a:ext cx="2194560" cy="329184"/>
          </a:xfrm>
          <a:prstGeom prst="rect">
            <a:avLst/>
          </a:prstGeom>
          <a:noFill/>
          <a:ln/>
        </p:spPr>
        <p:txBody>
          <a:bodyPr wrap="square" lIns="0" tIns="0" rIns="0" bIns="0" rtlCol="0" anchor="ctr"/>
          <a:lstStyle/>
          <a:p>
            <a:pPr marL="0" indent="0" algn="ctr">
              <a:buNone/>
            </a:pPr>
            <a:r>
              <a:rPr lang="en-US" sz="1400" b="1" dirty="0">
                <a:solidFill>
                  <a:srgbClr val="8A93A0"/>
                </a:solidFill>
                <a:latin typeface="Segoe UI" pitchFamily="34" charset="0"/>
                <a:ea typeface="Segoe UI" pitchFamily="34" charset="-122"/>
                <a:cs typeface="Segoe UI" pitchFamily="34" charset="-120"/>
              </a:rPr>
              <a:t>addToCart</a:t>
            </a:r>
            <a:endParaRPr lang="en-US" sz="1400" dirty="0"/>
          </a:p>
        </p:txBody>
      </p:sp>
      <p:sp>
        <p:nvSpPr>
          <p:cNvPr id="27" name="s11_anim003"/>
          <p:cNvSpPr txBox="1"/>
          <p:nvPr/>
        </p:nvSpPr>
        <p:spPr>
          <a:xfrm>
            <a:off x="3218688" y="4572000"/>
            <a:ext cx="2194560" cy="274320"/>
          </a:xfrm>
          <a:prstGeom prst="rect">
            <a:avLst/>
          </a:prstGeom>
          <a:noFill/>
          <a:ln/>
        </p:spPr>
        <p:txBody>
          <a:bodyPr wrap="square" lIns="0" tIns="0" rIns="0" bIns="0" rtlCol="0" anchor="ctr"/>
          <a:lstStyle/>
          <a:p>
            <a:pPr marL="0" indent="0" algn="ctr">
              <a:buNone/>
            </a:pPr>
            <a:r>
              <a:rPr lang="en-US" sz="1050" b="1" kern="0" spc="80" dirty="0">
                <a:solidFill>
                  <a:srgbClr val="A6ADB8"/>
                </a:solidFill>
                <a:latin typeface="Segoe UI" pitchFamily="34" charset="0"/>
                <a:ea typeface="Segoe UI" pitchFamily="34" charset="-122"/>
                <a:cs typeface="Segoe UI" pitchFamily="34" charset="-120"/>
              </a:rPr>
              <a:t>SKIPPED</a:t>
            </a:r>
            <a:endParaRPr lang="en-US" sz="1050" dirty="0"/>
          </a:p>
        </p:txBody>
      </p:sp>
      <p:sp>
        <p:nvSpPr>
          <p:cNvPr id="28" name="s11_anim003"/>
          <p:cNvSpPr/>
          <p:nvPr/>
        </p:nvSpPr>
        <p:spPr>
          <a:xfrm>
            <a:off x="5614416" y="4160520"/>
            <a:ext cx="2194560" cy="786384"/>
          </a:xfrm>
          <a:prstGeom prst="roundRect">
            <a:avLst>
              <a:gd name="adj" fmla="val 13953"/>
            </a:avLst>
          </a:prstGeom>
          <a:solidFill>
            <a:srgbClr val="F7F8FA"/>
          </a:solidFill>
          <a:ln w="12700">
            <a:solidFill>
              <a:srgbClr val="D8DCE2"/>
            </a:solidFill>
            <a:prstDash val="dash"/>
          </a:ln>
          <a:effectLst>
            <a:outerShdw blurRad="177800" dist="38100" dir="5400000" algn="bl" rotWithShape="0">
              <a:srgbClr val="101C28">
                <a:alpha val="9000"/>
              </a:srgbClr>
            </a:outerShdw>
          </a:effectLst>
        </p:spPr>
      </p:sp>
      <p:sp>
        <p:nvSpPr>
          <p:cNvPr id="29" name="s11_anim003"/>
          <p:cNvSpPr txBox="1"/>
          <p:nvPr/>
        </p:nvSpPr>
        <p:spPr>
          <a:xfrm>
            <a:off x="5614416" y="4261104"/>
            <a:ext cx="2194560" cy="329184"/>
          </a:xfrm>
          <a:prstGeom prst="rect">
            <a:avLst/>
          </a:prstGeom>
          <a:noFill/>
          <a:ln/>
        </p:spPr>
        <p:txBody>
          <a:bodyPr wrap="square" lIns="0" tIns="0" rIns="0" bIns="0" rtlCol="0" anchor="ctr"/>
          <a:lstStyle/>
          <a:p>
            <a:pPr marL="0" indent="0" algn="ctr">
              <a:buNone/>
            </a:pPr>
            <a:r>
              <a:rPr lang="en-US" sz="1400" b="1" dirty="0">
                <a:solidFill>
                  <a:srgbClr val="8A93A0"/>
                </a:solidFill>
                <a:latin typeface="Segoe UI" pitchFamily="34" charset="0"/>
                <a:ea typeface="Segoe UI" pitchFamily="34" charset="-122"/>
                <a:cs typeface="Segoe UI" pitchFamily="34" charset="-120"/>
              </a:rPr>
              <a:t>checkout</a:t>
            </a:r>
            <a:endParaRPr lang="en-US" sz="1400" dirty="0"/>
          </a:p>
        </p:txBody>
      </p:sp>
      <p:sp>
        <p:nvSpPr>
          <p:cNvPr id="30" name="s11_anim003"/>
          <p:cNvSpPr txBox="1"/>
          <p:nvPr/>
        </p:nvSpPr>
        <p:spPr>
          <a:xfrm>
            <a:off x="5614416" y="4572000"/>
            <a:ext cx="2194560" cy="274320"/>
          </a:xfrm>
          <a:prstGeom prst="rect">
            <a:avLst/>
          </a:prstGeom>
          <a:noFill/>
          <a:ln/>
        </p:spPr>
        <p:txBody>
          <a:bodyPr wrap="square" lIns="0" tIns="0" rIns="0" bIns="0" rtlCol="0" anchor="ctr"/>
          <a:lstStyle/>
          <a:p>
            <a:pPr marL="0" indent="0" algn="ctr">
              <a:buNone/>
            </a:pPr>
            <a:r>
              <a:rPr lang="en-US" sz="1050" b="1" kern="0" spc="80" dirty="0">
                <a:solidFill>
                  <a:srgbClr val="A6ADB8"/>
                </a:solidFill>
                <a:latin typeface="Segoe UI" pitchFamily="34" charset="0"/>
                <a:ea typeface="Segoe UI" pitchFamily="34" charset="-122"/>
                <a:cs typeface="Segoe UI" pitchFamily="34" charset="-120"/>
              </a:rPr>
              <a:t>SKIPPED</a:t>
            </a:r>
            <a:endParaRPr lang="en-US" sz="1050" dirty="0"/>
          </a:p>
        </p:txBody>
      </p:sp>
      <p:sp>
        <p:nvSpPr>
          <p:cNvPr id="31" name="s11_anim003"/>
          <p:cNvSpPr txBox="1"/>
          <p:nvPr/>
        </p:nvSpPr>
        <p:spPr>
          <a:xfrm>
            <a:off x="8138160" y="4160520"/>
            <a:ext cx="3474720" cy="786384"/>
          </a:xfrm>
          <a:prstGeom prst="rect">
            <a:avLst/>
          </a:prstGeom>
          <a:noFill/>
          <a:ln/>
        </p:spPr>
        <p:txBody>
          <a:bodyPr wrap="square" lIns="0" tIns="0" rIns="0" bIns="0" rtlCol="0" anchor="ctr"/>
          <a:lstStyle/>
          <a:p>
            <a:pPr marL="0" indent="0">
              <a:buNone/>
            </a:pPr>
            <a:r>
              <a:rPr lang="en-US" sz="1500" b="1" dirty="0">
                <a:solidFill>
                  <a:srgbClr val="0F766E"/>
                </a:solidFill>
                <a:latin typeface="Segoe UI" pitchFamily="34" charset="0"/>
                <a:ea typeface="Segoe UI" pitchFamily="34" charset="-122"/>
                <a:cs typeface="Segoe UI" pitchFamily="34" charset="-120"/>
              </a:rPr>
              <a:t>1 red report  ·  1 cause</a:t>
            </a:r>
            <a:endParaRPr lang="en-US" sz="15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0" presetID="10" presetClass="entr" presetSubtype="0" fill="hold" grpId="0" nodeType="withEffect">
                            <p:stCondLst>
                              <p:cond delay="22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22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22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22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22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22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22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grpId="0" nodeType="withEffect">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4" presetID="10" presetClass="entr" presetSubtype="0" fill="hold" grpId="0" nodeType="withEffect">
                            <p:stCondLst>
                              <p:cond delay="22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grpId="0" nodeType="withEffect">
                            <p:stCondLst>
                              <p:cond delay="22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44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44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6" presetID="10" presetClass="entr" presetSubtype="0" fill="hold" grpId="0" nodeType="withEffect">
                            <p:stCondLst>
                              <p:cond delay="44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49" presetID="10" presetClass="entr" presetSubtype="0" fill="hold" grpId="0" nodeType="withEffect">
                            <p:stCondLst>
                              <p:cond delay="44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par>
                          <p:cTn id="52" presetID="10" presetClass="entr" presetSubtype="0" fill="hold" grpId="0" nodeType="withEffect">
                            <p:stCondLst>
                              <p:cond delay="44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par>
                          <p:cTn id="55" presetID="10" presetClass="entr" presetSubtype="0" fill="hold" grpId="0" nodeType="withEffect">
                            <p:stCondLst>
                              <p:cond delay="44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par>
                          <p:cTn id="58" presetID="10" presetClass="entr" presetSubtype="0" fill="hold" grpId="0" nodeType="withEffect">
                            <p:stCondLst>
                              <p:cond delay="44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500"/>
                                  <p:tgtEl>
                                    <p:spTgt spid="27"/>
                                  </p:tgtEl>
                                </p:cBhvr>
                              </p:animEffect>
                            </p:childTnLst>
                          </p:cTn>
                        </p:par>
                        <p:par>
                          <p:cTn id="61" presetID="10" presetClass="entr" presetSubtype="0" fill="hold" grpId="0" nodeType="withEffect">
                            <p:stCondLst>
                              <p:cond delay="44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500"/>
                                  <p:tgtEl>
                                    <p:spTgt spid="28"/>
                                  </p:tgtEl>
                                </p:cBhvr>
                              </p:animEffect>
                            </p:childTnLst>
                          </p:cTn>
                        </p:par>
                        <p:par>
                          <p:cTn id="64" presetID="10" presetClass="entr" presetSubtype="0" fill="hold" grpId="0" nodeType="withEffect">
                            <p:stCondLst>
                              <p:cond delay="44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500"/>
                                  <p:tgtEl>
                                    <p:spTgt spid="29"/>
                                  </p:tgtEl>
                                </p:cBhvr>
                              </p:animEffect>
                            </p:childTnLst>
                          </p:cTn>
                        </p:par>
                        <p:par>
                          <p:cTn id="67" presetID="10" presetClass="entr" presetSubtype="0" fill="hold" grpId="0" nodeType="withEffect">
                            <p:stCondLst>
                              <p:cond delay="44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500"/>
                                  <p:tgtEl>
                                    <p:spTgt spid="30"/>
                                  </p:tgtEl>
                                </p:cBhvr>
                              </p:animEffect>
                            </p:childTnLst>
                          </p:cTn>
                        </p:par>
                        <p:par>
                          <p:cTn id="70" presetID="10" presetClass="entr" presetSubtype="0" fill="hold" grpId="0" nodeType="withEffect">
                            <p:stCondLst>
                              <p:cond delay="44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500"/>
                                  <p:tgtEl>
                                    <p:spTgt spid="3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chromeDot"/>
          <p:cNvSpPr/>
          <p:nvPr/>
        </p:nvSpPr>
        <p:spPr>
          <a:xfrm>
            <a:off x="685800" y="438912"/>
            <a:ext cx="329184" cy="329184"/>
          </a:xfrm>
          <a:prstGeom prst="ellipse">
            <a:avLst/>
          </a:prstGeom>
          <a:solidFill>
            <a:srgbClr val="0F766E"/>
          </a:solidFill>
          <a:ln/>
        </p:spPr>
      </p:sp>
      <p:sp>
        <p:nvSpPr>
          <p:cNvPr id="3" name="chromeNum"/>
          <p:cNvSpPr txBox="1"/>
          <p:nvPr/>
        </p:nvSpPr>
        <p:spPr>
          <a:xfrm>
            <a:off x="685800" y="43891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II</a:t>
            </a:r>
            <a:endParaRPr lang="en-US" sz="1200" dirty="0"/>
          </a:p>
        </p:txBody>
      </p:sp>
      <p:sp>
        <p:nvSpPr>
          <p:cNvPr id="4" name="chromeLabel"/>
          <p:cNvSpPr txBox="1"/>
          <p:nvPr/>
        </p:nvSpPr>
        <p:spPr>
          <a:xfrm>
            <a:off x="1115568" y="438912"/>
            <a:ext cx="5486400" cy="329184"/>
          </a:xfrm>
          <a:prstGeom prst="rect">
            <a:avLst/>
          </a:prstGeom>
          <a:noFill/>
          <a:ln/>
        </p:spPr>
        <p:txBody>
          <a:bodyPr wrap="square" lIns="0" tIns="0" rIns="0" bIns="0" rtlCol="0" anchor="ctr"/>
          <a:lstStyle/>
          <a:p>
            <a:pPr marL="0" indent="0">
              <a:buNone/>
            </a:pPr>
            <a:r>
              <a:rPr lang="en-US" sz="1050" b="1" kern="0" spc="260" dirty="0">
                <a:solidFill>
                  <a:srgbClr val="0F766E"/>
                </a:solidFill>
                <a:latin typeface="Segoe UI" pitchFamily="34" charset="0"/>
                <a:ea typeface="Segoe UI" pitchFamily="34" charset="-122"/>
                <a:cs typeface="Segoe UI" pitchFamily="34" charset="-120"/>
              </a:rPr>
              <a:t>PROS · SPEED</a:t>
            </a:r>
            <a:endParaRPr lang="en-US" sz="1050" dirty="0"/>
          </a:p>
        </p:txBody>
      </p:sp>
      <p:sp>
        <p:nvSpPr>
          <p:cNvPr id="5" name="rail0"/>
          <p:cNvSpPr/>
          <p:nvPr/>
        </p:nvSpPr>
        <p:spPr>
          <a:xfrm>
            <a:off x="685800" y="6236208"/>
            <a:ext cx="402336" cy="64008"/>
          </a:xfrm>
          <a:prstGeom prst="roundRect">
            <a:avLst>
              <a:gd name="adj" fmla="val 50000"/>
            </a:avLst>
          </a:prstGeom>
          <a:solidFill>
            <a:srgbClr val="DCDEE3"/>
          </a:solidFill>
          <a:ln/>
        </p:spPr>
      </p:sp>
      <p:sp>
        <p:nvSpPr>
          <p:cNvPr id="6" name="rail1"/>
          <p:cNvSpPr/>
          <p:nvPr/>
        </p:nvSpPr>
        <p:spPr>
          <a:xfrm>
            <a:off x="1197864" y="6236208"/>
            <a:ext cx="402336" cy="64008"/>
          </a:xfrm>
          <a:prstGeom prst="roundRect">
            <a:avLst>
              <a:gd name="adj" fmla="val 50000"/>
            </a:avLst>
          </a:prstGeom>
          <a:solidFill>
            <a:srgbClr val="0F766E"/>
          </a:solidFill>
          <a:ln/>
        </p:spPr>
      </p:sp>
      <p:sp>
        <p:nvSpPr>
          <p:cNvPr id="7" name="rail2"/>
          <p:cNvSpPr/>
          <p:nvPr/>
        </p:nvSpPr>
        <p:spPr>
          <a:xfrm>
            <a:off x="1709928" y="6236208"/>
            <a:ext cx="402336" cy="64008"/>
          </a:xfrm>
          <a:prstGeom prst="roundRect">
            <a:avLst>
              <a:gd name="adj" fmla="val 50000"/>
            </a:avLst>
          </a:prstGeom>
          <a:solidFill>
            <a:srgbClr val="DCDEE3"/>
          </a:solidFill>
          <a:ln/>
        </p:spPr>
      </p:sp>
      <p:sp>
        <p:nvSpPr>
          <p:cNvPr id="8" name="chromePage"/>
          <p:cNvSpPr txBox="1"/>
          <p:nvPr/>
        </p:nvSpPr>
        <p:spPr>
          <a:xfrm>
            <a:off x="10241280" y="6089904"/>
            <a:ext cx="1280160" cy="365760"/>
          </a:xfrm>
          <a:prstGeom prst="rect">
            <a:avLst/>
          </a:prstGeom>
          <a:noFill/>
          <a:ln/>
        </p:spPr>
        <p:txBody>
          <a:bodyPr wrap="square" lIns="0" tIns="0" rIns="0" bIns="0" rtlCol="0" anchor="ctr"/>
          <a:lstStyle/>
          <a:p>
            <a:pPr marL="0" indent="0" algn="r">
              <a:buNone/>
            </a:pPr>
            <a:r>
              <a:rPr lang="en-US" sz="1050" b="1" kern="0" spc="120" dirty="0">
                <a:solidFill>
                  <a:srgbClr val="3C4450"/>
                </a:solidFill>
                <a:latin typeface="Segoe UI" pitchFamily="34" charset="0"/>
                <a:ea typeface="Segoe UI" pitchFamily="34" charset="-122"/>
                <a:cs typeface="Segoe UI" pitchFamily="34" charset="-120"/>
              </a:rPr>
              <a:t>12</a:t>
            </a:r>
            <a:r>
              <a:rPr lang="en-US" sz="1050" kern="0" spc="120" dirty="0">
                <a:solidFill>
                  <a:srgbClr val="B6BDC8"/>
                </a:solidFill>
                <a:latin typeface="Segoe UI" pitchFamily="34" charset="0"/>
                <a:ea typeface="Segoe UI" pitchFamily="34" charset="-122"/>
                <a:cs typeface="Segoe UI" pitchFamily="34" charset="-120"/>
              </a:rPr>
              <a:t>  / 20</a:t>
            </a:r>
            <a:endParaRPr lang="en-US" sz="1050" dirty="0"/>
          </a:p>
        </p:txBody>
      </p:sp>
      <p:sp>
        <p:nvSpPr>
          <p:cNvPr id="9" name="s12_anim001"/>
          <p:cNvSpPr txBox="1"/>
          <p:nvPr/>
        </p:nvSpPr>
        <p:spPr>
          <a:xfrm>
            <a:off x="731520" y="1078992"/>
            <a:ext cx="10725912" cy="822960"/>
          </a:xfrm>
          <a:prstGeom prst="rect">
            <a:avLst/>
          </a:prstGeom>
          <a:noFill/>
          <a:ln/>
        </p:spPr>
        <p:txBody>
          <a:bodyPr wrap="square" lIns="0" tIns="0" rIns="0" bIns="0" rtlCol="0" anchor="ctr"/>
          <a:lstStyle/>
          <a:p>
            <a:pPr marL="0" indent="0" algn="ctr">
              <a:buNone/>
            </a:pPr>
            <a:r>
              <a:rPr lang="en-US" sz="3400" b="1" dirty="0">
                <a:solidFill>
                  <a:srgbClr val="15181D"/>
                </a:solidFill>
                <a:latin typeface="Segoe UI" pitchFamily="34" charset="0"/>
                <a:ea typeface="Segoe UI" pitchFamily="34" charset="-122"/>
                <a:cs typeface="Segoe UI" pitchFamily="34" charset="-120"/>
              </a:rPr>
              <a:t>40 minutes </a:t>
            </a:r>
            <a:r>
              <a:rPr lang="en-US" sz="3400" b="1" dirty="0">
                <a:solidFill>
                  <a:srgbClr val="C9CDD4"/>
                </a:solidFill>
                <a:latin typeface="Segoe UI" pitchFamily="34" charset="0"/>
                <a:ea typeface="Segoe UI" pitchFamily="34" charset="-122"/>
                <a:cs typeface="Segoe UI" pitchFamily="34" charset="-120"/>
              </a:rPr>
              <a:t>→</a:t>
            </a:r>
            <a:r>
              <a:rPr lang="en-US" sz="3400" b="1" dirty="0">
                <a:solidFill>
                  <a:srgbClr val="0F766E"/>
                </a:solidFill>
                <a:latin typeface="Segoe UI" pitchFamily="34" charset="0"/>
                <a:ea typeface="Segoe UI" pitchFamily="34" charset="-122"/>
                <a:cs typeface="Segoe UI" pitchFamily="34" charset="-120"/>
              </a:rPr>
              <a:t> 10</a:t>
            </a:r>
            <a:endParaRPr lang="en-US" sz="3400" dirty="0"/>
          </a:p>
        </p:txBody>
      </p:sp>
      <p:sp>
        <p:nvSpPr>
          <p:cNvPr id="10" name="s12_anim002"/>
          <p:cNvSpPr txBox="1"/>
          <p:nvPr/>
        </p:nvSpPr>
        <p:spPr>
          <a:xfrm>
            <a:off x="822960" y="2240280"/>
            <a:ext cx="3657600" cy="274320"/>
          </a:xfrm>
          <a:prstGeom prst="rect">
            <a:avLst/>
          </a:prstGeom>
          <a:noFill/>
          <a:ln/>
        </p:spPr>
        <p:txBody>
          <a:bodyPr wrap="square" lIns="0" tIns="0" rIns="0" bIns="0" rtlCol="0" anchor="ctr"/>
          <a:lstStyle/>
          <a:p>
            <a:pPr marL="0" indent="0">
              <a:buNone/>
            </a:pPr>
            <a:r>
              <a:rPr lang="en-US" sz="1050" b="1" kern="0" spc="180" dirty="0">
                <a:solidFill>
                  <a:srgbClr val="8A93A0"/>
                </a:solidFill>
                <a:latin typeface="Segoe UI" pitchFamily="34" charset="0"/>
                <a:ea typeface="Segoe UI" pitchFamily="34" charset="-122"/>
                <a:cs typeface="Segoe UI" pitchFamily="34" charset="-120"/>
              </a:rPr>
              <a:t>SEQUENTIAL</a:t>
            </a:r>
            <a:endParaRPr lang="en-US" sz="1050" dirty="0"/>
          </a:p>
        </p:txBody>
      </p:sp>
      <p:sp>
        <p:nvSpPr>
          <p:cNvPr id="11" name="s12_anim002"/>
          <p:cNvSpPr/>
          <p:nvPr/>
        </p:nvSpPr>
        <p:spPr>
          <a:xfrm>
            <a:off x="822960" y="2560320"/>
            <a:ext cx="2121408" cy="457200"/>
          </a:xfrm>
          <a:prstGeom prst="roundRect">
            <a:avLst>
              <a:gd name="adj" fmla="val 18000"/>
            </a:avLst>
          </a:prstGeom>
          <a:solidFill>
            <a:srgbClr val="E4E7EC"/>
          </a:solidFill>
          <a:ln/>
        </p:spPr>
      </p:sp>
      <p:sp>
        <p:nvSpPr>
          <p:cNvPr id="12" name="s12_anim002"/>
          <p:cNvSpPr txBox="1"/>
          <p:nvPr/>
        </p:nvSpPr>
        <p:spPr>
          <a:xfrm>
            <a:off x="822960" y="2560320"/>
            <a:ext cx="2121408" cy="457200"/>
          </a:xfrm>
          <a:prstGeom prst="rect">
            <a:avLst/>
          </a:prstGeom>
          <a:noFill/>
          <a:ln/>
        </p:spPr>
        <p:txBody>
          <a:bodyPr wrap="square" lIns="0" tIns="0" rIns="0" bIns="0" rtlCol="0" anchor="ctr"/>
          <a:lstStyle/>
          <a:p>
            <a:pPr marL="0" indent="0" algn="ctr">
              <a:buNone/>
            </a:pPr>
            <a:r>
              <a:rPr lang="en-US" sz="1150" dirty="0">
                <a:solidFill>
                  <a:srgbClr val="6B7280"/>
                </a:solidFill>
                <a:latin typeface="Segoe UI" pitchFamily="34" charset="0"/>
                <a:ea typeface="Segoe UI" pitchFamily="34" charset="-122"/>
                <a:cs typeface="Segoe UI" pitchFamily="34" charset="-120"/>
              </a:rPr>
              <a:t>suite A</a:t>
            </a:r>
            <a:endParaRPr lang="en-US" sz="1150" dirty="0"/>
          </a:p>
        </p:txBody>
      </p:sp>
      <p:sp>
        <p:nvSpPr>
          <p:cNvPr id="13" name="s12_anim002"/>
          <p:cNvSpPr/>
          <p:nvPr/>
        </p:nvSpPr>
        <p:spPr>
          <a:xfrm>
            <a:off x="3108960" y="2560320"/>
            <a:ext cx="2121408" cy="457200"/>
          </a:xfrm>
          <a:prstGeom prst="roundRect">
            <a:avLst>
              <a:gd name="adj" fmla="val 18000"/>
            </a:avLst>
          </a:prstGeom>
          <a:solidFill>
            <a:srgbClr val="E4E7EC"/>
          </a:solidFill>
          <a:ln/>
        </p:spPr>
      </p:sp>
      <p:sp>
        <p:nvSpPr>
          <p:cNvPr id="14" name="s12_anim002"/>
          <p:cNvSpPr txBox="1"/>
          <p:nvPr/>
        </p:nvSpPr>
        <p:spPr>
          <a:xfrm>
            <a:off x="3108960" y="2560320"/>
            <a:ext cx="2121408" cy="457200"/>
          </a:xfrm>
          <a:prstGeom prst="rect">
            <a:avLst/>
          </a:prstGeom>
          <a:noFill/>
          <a:ln/>
        </p:spPr>
        <p:txBody>
          <a:bodyPr wrap="square" lIns="0" tIns="0" rIns="0" bIns="0" rtlCol="0" anchor="ctr"/>
          <a:lstStyle/>
          <a:p>
            <a:pPr marL="0" indent="0" algn="ctr">
              <a:buNone/>
            </a:pPr>
            <a:r>
              <a:rPr lang="en-US" sz="1150" dirty="0">
                <a:solidFill>
                  <a:srgbClr val="6B7280"/>
                </a:solidFill>
                <a:latin typeface="Segoe UI" pitchFamily="34" charset="0"/>
                <a:ea typeface="Segoe UI" pitchFamily="34" charset="-122"/>
                <a:cs typeface="Segoe UI" pitchFamily="34" charset="-120"/>
              </a:rPr>
              <a:t>suite B</a:t>
            </a:r>
            <a:endParaRPr lang="en-US" sz="1150" dirty="0"/>
          </a:p>
        </p:txBody>
      </p:sp>
      <p:sp>
        <p:nvSpPr>
          <p:cNvPr id="15" name="s12_anim002"/>
          <p:cNvSpPr/>
          <p:nvPr/>
        </p:nvSpPr>
        <p:spPr>
          <a:xfrm>
            <a:off x="5394960" y="2560320"/>
            <a:ext cx="2121408" cy="457200"/>
          </a:xfrm>
          <a:prstGeom prst="roundRect">
            <a:avLst>
              <a:gd name="adj" fmla="val 18000"/>
            </a:avLst>
          </a:prstGeom>
          <a:solidFill>
            <a:srgbClr val="E4E7EC"/>
          </a:solidFill>
          <a:ln/>
        </p:spPr>
      </p:sp>
      <p:sp>
        <p:nvSpPr>
          <p:cNvPr id="16" name="s12_anim002"/>
          <p:cNvSpPr txBox="1"/>
          <p:nvPr/>
        </p:nvSpPr>
        <p:spPr>
          <a:xfrm>
            <a:off x="5394960" y="2560320"/>
            <a:ext cx="2121408" cy="457200"/>
          </a:xfrm>
          <a:prstGeom prst="rect">
            <a:avLst/>
          </a:prstGeom>
          <a:noFill/>
          <a:ln/>
        </p:spPr>
        <p:txBody>
          <a:bodyPr wrap="square" lIns="0" tIns="0" rIns="0" bIns="0" rtlCol="0" anchor="ctr"/>
          <a:lstStyle/>
          <a:p>
            <a:pPr marL="0" indent="0" algn="ctr">
              <a:buNone/>
            </a:pPr>
            <a:r>
              <a:rPr lang="en-US" sz="1150" dirty="0">
                <a:solidFill>
                  <a:srgbClr val="6B7280"/>
                </a:solidFill>
                <a:latin typeface="Segoe UI" pitchFamily="34" charset="0"/>
                <a:ea typeface="Segoe UI" pitchFamily="34" charset="-122"/>
                <a:cs typeface="Segoe UI" pitchFamily="34" charset="-120"/>
              </a:rPr>
              <a:t>suite C</a:t>
            </a:r>
            <a:endParaRPr lang="en-US" sz="1150" dirty="0"/>
          </a:p>
        </p:txBody>
      </p:sp>
      <p:sp>
        <p:nvSpPr>
          <p:cNvPr id="17" name="s12_anim002"/>
          <p:cNvSpPr/>
          <p:nvPr/>
        </p:nvSpPr>
        <p:spPr>
          <a:xfrm>
            <a:off x="7680960" y="2560320"/>
            <a:ext cx="2121408" cy="457200"/>
          </a:xfrm>
          <a:prstGeom prst="roundRect">
            <a:avLst>
              <a:gd name="adj" fmla="val 18000"/>
            </a:avLst>
          </a:prstGeom>
          <a:solidFill>
            <a:srgbClr val="E4E7EC"/>
          </a:solidFill>
          <a:ln/>
        </p:spPr>
      </p:sp>
      <p:sp>
        <p:nvSpPr>
          <p:cNvPr id="18" name="s12_anim002"/>
          <p:cNvSpPr txBox="1"/>
          <p:nvPr/>
        </p:nvSpPr>
        <p:spPr>
          <a:xfrm>
            <a:off x="7680960" y="2560320"/>
            <a:ext cx="2121408" cy="457200"/>
          </a:xfrm>
          <a:prstGeom prst="rect">
            <a:avLst/>
          </a:prstGeom>
          <a:noFill/>
          <a:ln/>
        </p:spPr>
        <p:txBody>
          <a:bodyPr wrap="square" lIns="0" tIns="0" rIns="0" bIns="0" rtlCol="0" anchor="ctr"/>
          <a:lstStyle/>
          <a:p>
            <a:pPr marL="0" indent="0" algn="ctr">
              <a:buNone/>
            </a:pPr>
            <a:r>
              <a:rPr lang="en-US" sz="1150" dirty="0">
                <a:solidFill>
                  <a:srgbClr val="6B7280"/>
                </a:solidFill>
                <a:latin typeface="Segoe UI" pitchFamily="34" charset="0"/>
                <a:ea typeface="Segoe UI" pitchFamily="34" charset="-122"/>
                <a:cs typeface="Segoe UI" pitchFamily="34" charset="-120"/>
              </a:rPr>
              <a:t>suite D</a:t>
            </a:r>
            <a:endParaRPr lang="en-US" sz="1150" dirty="0"/>
          </a:p>
        </p:txBody>
      </p:sp>
      <p:sp>
        <p:nvSpPr>
          <p:cNvPr id="19" name="s12_anim002"/>
          <p:cNvSpPr txBox="1"/>
          <p:nvPr/>
        </p:nvSpPr>
        <p:spPr>
          <a:xfrm>
            <a:off x="10012680" y="2560320"/>
            <a:ext cx="1097280" cy="457200"/>
          </a:xfrm>
          <a:prstGeom prst="rect">
            <a:avLst/>
          </a:prstGeom>
          <a:noFill/>
          <a:ln/>
        </p:spPr>
        <p:txBody>
          <a:bodyPr wrap="square" lIns="0" tIns="0" rIns="0" bIns="0" rtlCol="0" anchor="ctr"/>
          <a:lstStyle/>
          <a:p>
            <a:pPr marL="0" indent="0">
              <a:buNone/>
            </a:pPr>
            <a:r>
              <a:rPr lang="en-US" sz="2200" b="1" dirty="0">
                <a:solidFill>
                  <a:srgbClr val="8A93A0"/>
                </a:solidFill>
                <a:latin typeface="Segoe UI" pitchFamily="34" charset="0"/>
                <a:ea typeface="Segoe UI" pitchFamily="34" charset="-122"/>
                <a:cs typeface="Segoe UI" pitchFamily="34" charset="-120"/>
              </a:rPr>
              <a:t>40′</a:t>
            </a:r>
            <a:endParaRPr lang="en-US" sz="2200" dirty="0"/>
          </a:p>
        </p:txBody>
      </p:sp>
      <p:sp>
        <p:nvSpPr>
          <p:cNvPr id="20" name="s12_anim003"/>
          <p:cNvSpPr txBox="1"/>
          <p:nvPr/>
        </p:nvSpPr>
        <p:spPr>
          <a:xfrm>
            <a:off x="822960" y="3611880"/>
            <a:ext cx="4572000" cy="274320"/>
          </a:xfrm>
          <a:prstGeom prst="rect">
            <a:avLst/>
          </a:prstGeom>
          <a:noFill/>
          <a:ln/>
        </p:spPr>
        <p:txBody>
          <a:bodyPr wrap="square" lIns="0" tIns="0" rIns="0" bIns="0" rtlCol="0" anchor="ctr"/>
          <a:lstStyle/>
          <a:p>
            <a:pPr marL="0" indent="0">
              <a:buNone/>
            </a:pPr>
            <a:r>
              <a:rPr lang="en-US" sz="1050" b="1" kern="0" spc="180" dirty="0">
                <a:solidFill>
                  <a:srgbClr val="0F766E"/>
                </a:solidFill>
                <a:latin typeface="Segoe UI" pitchFamily="34" charset="0"/>
                <a:ea typeface="Segoe UI" pitchFamily="34" charset="-122"/>
                <a:cs typeface="Segoe UI" pitchFamily="34" charset="-120"/>
              </a:rPr>
              <a:t>PARALLEL  ·  thread-count="4"</a:t>
            </a:r>
            <a:endParaRPr lang="en-US" sz="1050" dirty="0"/>
          </a:p>
        </p:txBody>
      </p:sp>
      <p:sp>
        <p:nvSpPr>
          <p:cNvPr id="21" name="s12_anim003"/>
          <p:cNvSpPr/>
          <p:nvPr/>
        </p:nvSpPr>
        <p:spPr>
          <a:xfrm>
            <a:off x="822960" y="3950208"/>
            <a:ext cx="2121408" cy="329184"/>
          </a:xfrm>
          <a:prstGeom prst="roundRect">
            <a:avLst>
              <a:gd name="adj" fmla="val 19444"/>
            </a:avLst>
          </a:prstGeom>
          <a:solidFill>
            <a:srgbClr val="0F766E"/>
          </a:solidFill>
          <a:ln/>
        </p:spPr>
      </p:sp>
      <p:sp>
        <p:nvSpPr>
          <p:cNvPr id="22" name="s12_anim003"/>
          <p:cNvSpPr/>
          <p:nvPr/>
        </p:nvSpPr>
        <p:spPr>
          <a:xfrm>
            <a:off x="822960" y="4389120"/>
            <a:ext cx="2121408" cy="329184"/>
          </a:xfrm>
          <a:prstGeom prst="roundRect">
            <a:avLst>
              <a:gd name="adj" fmla="val 19444"/>
            </a:avLst>
          </a:prstGeom>
          <a:solidFill>
            <a:srgbClr val="0F766E">
              <a:alpha val="87000"/>
            </a:srgbClr>
          </a:solidFill>
          <a:ln/>
        </p:spPr>
      </p:sp>
      <p:sp>
        <p:nvSpPr>
          <p:cNvPr id="23" name="s12_anim003"/>
          <p:cNvSpPr/>
          <p:nvPr/>
        </p:nvSpPr>
        <p:spPr>
          <a:xfrm>
            <a:off x="822960" y="4828032"/>
            <a:ext cx="2121408" cy="329184"/>
          </a:xfrm>
          <a:prstGeom prst="roundRect">
            <a:avLst>
              <a:gd name="adj" fmla="val 19444"/>
            </a:avLst>
          </a:prstGeom>
          <a:solidFill>
            <a:srgbClr val="0F766E">
              <a:alpha val="74000"/>
            </a:srgbClr>
          </a:solidFill>
          <a:ln/>
        </p:spPr>
      </p:sp>
      <p:sp>
        <p:nvSpPr>
          <p:cNvPr id="24" name="s12_anim003"/>
          <p:cNvSpPr/>
          <p:nvPr/>
        </p:nvSpPr>
        <p:spPr>
          <a:xfrm>
            <a:off x="822960" y="5266944"/>
            <a:ext cx="2121408" cy="329184"/>
          </a:xfrm>
          <a:prstGeom prst="roundRect">
            <a:avLst>
              <a:gd name="adj" fmla="val 19444"/>
            </a:avLst>
          </a:prstGeom>
          <a:solidFill>
            <a:srgbClr val="0F766E">
              <a:alpha val="61000"/>
            </a:srgbClr>
          </a:solidFill>
          <a:ln/>
        </p:spPr>
      </p:sp>
      <p:sp>
        <p:nvSpPr>
          <p:cNvPr id="25" name="s12_anim003"/>
          <p:cNvSpPr txBox="1"/>
          <p:nvPr/>
        </p:nvSpPr>
        <p:spPr>
          <a:xfrm>
            <a:off x="3154680" y="4315968"/>
            <a:ext cx="1280160" cy="640080"/>
          </a:xfrm>
          <a:prstGeom prst="rect">
            <a:avLst/>
          </a:prstGeom>
          <a:noFill/>
          <a:ln/>
        </p:spPr>
        <p:txBody>
          <a:bodyPr wrap="square" lIns="0" tIns="0" rIns="0" bIns="0" rtlCol="0" anchor="ctr"/>
          <a:lstStyle/>
          <a:p>
            <a:pPr marL="0" indent="0">
              <a:buNone/>
            </a:pPr>
            <a:r>
              <a:rPr lang="en-US" sz="3000" b="1" dirty="0">
                <a:solidFill>
                  <a:srgbClr val="0F766E"/>
                </a:solidFill>
                <a:latin typeface="Segoe UI" pitchFamily="34" charset="0"/>
                <a:ea typeface="Segoe UI" pitchFamily="34" charset="-122"/>
                <a:cs typeface="Segoe UI" pitchFamily="34" charset="-120"/>
              </a:rPr>
              <a:t>10′</a:t>
            </a:r>
            <a:endParaRPr lang="en-US" sz="3000" dirty="0"/>
          </a:p>
        </p:txBody>
      </p:sp>
      <p:sp>
        <p:nvSpPr>
          <p:cNvPr id="26" name="s12_anim004"/>
          <p:cNvSpPr txBox="1"/>
          <p:nvPr/>
        </p:nvSpPr>
        <p:spPr>
          <a:xfrm>
            <a:off x="731520" y="5623560"/>
            <a:ext cx="10725912" cy="365760"/>
          </a:xfrm>
          <a:prstGeom prst="rect">
            <a:avLst/>
          </a:prstGeom>
          <a:noFill/>
          <a:ln/>
        </p:spPr>
        <p:txBody>
          <a:bodyPr wrap="square" lIns="0" tIns="0" rIns="0" bIns="0" rtlCol="0" anchor="ctr"/>
          <a:lstStyle/>
          <a:p>
            <a:pPr marL="0" indent="0" algn="ctr">
              <a:buNone/>
            </a:pPr>
            <a:r>
              <a:rPr lang="en-US" sz="1150" dirty="0">
                <a:solidFill>
                  <a:srgbClr val="8A93A0"/>
                </a:solidFill>
                <a:latin typeface="Segoe UI" pitchFamily="34" charset="0"/>
                <a:ea typeface="Segoe UI" pitchFamily="34" charset="-122"/>
                <a:cs typeface="Segoe UI" pitchFamily="34" charset="-120"/>
              </a:rPr>
              <a:t>Granularity:  methods · classes · tests · instances</a:t>
            </a:r>
            <a:endParaRPr lang="en-US" sz="11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0" presetID="10" presetClass="entr" presetSubtype="0" fill="hold" grpId="0" nodeType="withEffect">
                            <p:stCondLst>
                              <p:cond delay="22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22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22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22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22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22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22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grpId="0" nodeType="withEffect">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4" presetID="10" presetClass="entr" presetSubtype="0" fill="hold" grpId="0" nodeType="withEffect">
                            <p:stCondLst>
                              <p:cond delay="22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grpId="0" nodeType="withEffect">
                            <p:stCondLst>
                              <p:cond delay="44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44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44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6" presetID="10" presetClass="entr" presetSubtype="0" fill="hold" grpId="0" nodeType="withEffect">
                            <p:stCondLst>
                              <p:cond delay="44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49" presetID="10" presetClass="entr" presetSubtype="0" fill="hold" grpId="0" nodeType="withEffect">
                            <p:stCondLst>
                              <p:cond delay="44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par>
                          <p:cTn id="52" presetID="10" presetClass="entr" presetSubtype="0" fill="hold" grpId="0" nodeType="withEffect">
                            <p:stCondLst>
                              <p:cond delay="44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par>
                          <p:cTn id="55" presetID="10" presetClass="entr" presetSubtype="0" fill="hold" grpId="0" nodeType="withEffect">
                            <p:stCondLst>
                              <p:cond delay="66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chromeDot"/>
          <p:cNvSpPr/>
          <p:nvPr/>
        </p:nvSpPr>
        <p:spPr>
          <a:xfrm>
            <a:off x="685800" y="438912"/>
            <a:ext cx="329184" cy="329184"/>
          </a:xfrm>
          <a:prstGeom prst="ellipse">
            <a:avLst/>
          </a:prstGeom>
          <a:solidFill>
            <a:srgbClr val="0F766E"/>
          </a:solidFill>
          <a:ln/>
        </p:spPr>
      </p:sp>
      <p:sp>
        <p:nvSpPr>
          <p:cNvPr id="3" name="chromeNum"/>
          <p:cNvSpPr txBox="1"/>
          <p:nvPr/>
        </p:nvSpPr>
        <p:spPr>
          <a:xfrm>
            <a:off x="685800" y="43891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II</a:t>
            </a:r>
            <a:endParaRPr lang="en-US" sz="1200" dirty="0"/>
          </a:p>
        </p:txBody>
      </p:sp>
      <p:sp>
        <p:nvSpPr>
          <p:cNvPr id="4" name="chromeLabel"/>
          <p:cNvSpPr txBox="1"/>
          <p:nvPr/>
        </p:nvSpPr>
        <p:spPr>
          <a:xfrm>
            <a:off x="1115568" y="438912"/>
            <a:ext cx="5486400" cy="329184"/>
          </a:xfrm>
          <a:prstGeom prst="rect">
            <a:avLst/>
          </a:prstGeom>
          <a:noFill/>
          <a:ln/>
        </p:spPr>
        <p:txBody>
          <a:bodyPr wrap="square" lIns="0" tIns="0" rIns="0" bIns="0" rtlCol="0" anchor="ctr"/>
          <a:lstStyle/>
          <a:p>
            <a:pPr marL="0" indent="0">
              <a:buNone/>
            </a:pPr>
            <a:r>
              <a:rPr lang="en-US" sz="1050" b="1" kern="0" spc="260" dirty="0">
                <a:solidFill>
                  <a:srgbClr val="0F766E"/>
                </a:solidFill>
                <a:latin typeface="Segoe UI" pitchFamily="34" charset="0"/>
                <a:ea typeface="Segoe UI" pitchFamily="34" charset="-122"/>
                <a:cs typeface="Segoe UI" pitchFamily="34" charset="-120"/>
              </a:rPr>
              <a:t>CONS</a:t>
            </a:r>
            <a:endParaRPr lang="en-US" sz="1050" dirty="0"/>
          </a:p>
        </p:txBody>
      </p:sp>
      <p:sp>
        <p:nvSpPr>
          <p:cNvPr id="5" name="rail0"/>
          <p:cNvSpPr/>
          <p:nvPr/>
        </p:nvSpPr>
        <p:spPr>
          <a:xfrm>
            <a:off x="685800" y="6236208"/>
            <a:ext cx="402336" cy="64008"/>
          </a:xfrm>
          <a:prstGeom prst="roundRect">
            <a:avLst>
              <a:gd name="adj" fmla="val 50000"/>
            </a:avLst>
          </a:prstGeom>
          <a:solidFill>
            <a:srgbClr val="DCDEE3"/>
          </a:solidFill>
          <a:ln/>
        </p:spPr>
      </p:sp>
      <p:sp>
        <p:nvSpPr>
          <p:cNvPr id="6" name="rail1"/>
          <p:cNvSpPr/>
          <p:nvPr/>
        </p:nvSpPr>
        <p:spPr>
          <a:xfrm>
            <a:off x="1197864" y="6236208"/>
            <a:ext cx="402336" cy="64008"/>
          </a:xfrm>
          <a:prstGeom prst="roundRect">
            <a:avLst>
              <a:gd name="adj" fmla="val 50000"/>
            </a:avLst>
          </a:prstGeom>
          <a:solidFill>
            <a:srgbClr val="0F766E"/>
          </a:solidFill>
          <a:ln/>
        </p:spPr>
      </p:sp>
      <p:sp>
        <p:nvSpPr>
          <p:cNvPr id="7" name="rail2"/>
          <p:cNvSpPr/>
          <p:nvPr/>
        </p:nvSpPr>
        <p:spPr>
          <a:xfrm>
            <a:off x="1709928" y="6236208"/>
            <a:ext cx="402336" cy="64008"/>
          </a:xfrm>
          <a:prstGeom prst="roundRect">
            <a:avLst>
              <a:gd name="adj" fmla="val 50000"/>
            </a:avLst>
          </a:prstGeom>
          <a:solidFill>
            <a:srgbClr val="DCDEE3"/>
          </a:solidFill>
          <a:ln/>
        </p:spPr>
      </p:sp>
      <p:sp>
        <p:nvSpPr>
          <p:cNvPr id="8" name="chromePage"/>
          <p:cNvSpPr txBox="1"/>
          <p:nvPr/>
        </p:nvSpPr>
        <p:spPr>
          <a:xfrm>
            <a:off x="10241280" y="6089904"/>
            <a:ext cx="1280160" cy="365760"/>
          </a:xfrm>
          <a:prstGeom prst="rect">
            <a:avLst/>
          </a:prstGeom>
          <a:noFill/>
          <a:ln/>
        </p:spPr>
        <p:txBody>
          <a:bodyPr wrap="square" lIns="0" tIns="0" rIns="0" bIns="0" rtlCol="0" anchor="ctr"/>
          <a:lstStyle/>
          <a:p>
            <a:pPr marL="0" indent="0" algn="r">
              <a:buNone/>
            </a:pPr>
            <a:r>
              <a:rPr lang="en-US" sz="1050" b="1" kern="0" spc="120" dirty="0">
                <a:solidFill>
                  <a:srgbClr val="3C4450"/>
                </a:solidFill>
                <a:latin typeface="Segoe UI" pitchFamily="34" charset="0"/>
                <a:ea typeface="Segoe UI" pitchFamily="34" charset="-122"/>
                <a:cs typeface="Segoe UI" pitchFamily="34" charset="-120"/>
              </a:rPr>
              <a:t>13</a:t>
            </a:r>
            <a:r>
              <a:rPr lang="en-US" sz="1050" kern="0" spc="120" dirty="0">
                <a:solidFill>
                  <a:srgbClr val="B6BDC8"/>
                </a:solidFill>
                <a:latin typeface="Segoe UI" pitchFamily="34" charset="0"/>
                <a:ea typeface="Segoe UI" pitchFamily="34" charset="-122"/>
                <a:cs typeface="Segoe UI" pitchFamily="34" charset="-120"/>
              </a:rPr>
              <a:t>  / 20</a:t>
            </a:r>
            <a:endParaRPr lang="en-US" sz="1050" dirty="0"/>
          </a:p>
        </p:txBody>
      </p:sp>
      <p:sp>
        <p:nvSpPr>
          <p:cNvPr id="9" name="s13_anim001"/>
          <p:cNvSpPr txBox="1"/>
          <p:nvPr/>
        </p:nvSpPr>
        <p:spPr>
          <a:xfrm>
            <a:off x="731520" y="1078992"/>
            <a:ext cx="10725912" cy="822960"/>
          </a:xfrm>
          <a:prstGeom prst="rect">
            <a:avLst/>
          </a:prstGeom>
          <a:noFill/>
          <a:ln/>
        </p:spPr>
        <p:txBody>
          <a:bodyPr wrap="square" lIns="0" tIns="0" rIns="0" bIns="0" rtlCol="0" anchor="ctr"/>
          <a:lstStyle/>
          <a:p>
            <a:pPr marL="0" indent="0" algn="ctr">
              <a:buNone/>
            </a:pPr>
            <a:r>
              <a:rPr lang="en-US" sz="3400" b="1" dirty="0">
                <a:solidFill>
                  <a:srgbClr val="15181D"/>
                </a:solidFill>
                <a:latin typeface="Segoe UI" pitchFamily="34" charset="0"/>
                <a:ea typeface="Segoe UI" pitchFamily="34" charset="-122"/>
                <a:cs typeface="Segoe UI" pitchFamily="34" charset="-120"/>
              </a:rPr>
              <a:t>What it costs</a:t>
            </a:r>
            <a:endParaRPr lang="en-US" sz="3400" dirty="0"/>
          </a:p>
        </p:txBody>
      </p:sp>
      <p:sp>
        <p:nvSpPr>
          <p:cNvPr id="10" name="s13_anim002"/>
          <p:cNvSpPr/>
          <p:nvPr/>
        </p:nvSpPr>
        <p:spPr>
          <a:xfrm>
            <a:off x="792328" y="2331720"/>
            <a:ext cx="5029200" cy="3117968"/>
          </a:xfrm>
          <a:prstGeom prst="roundRect">
            <a:avLst>
              <a:gd name="adj" fmla="val 4962"/>
            </a:avLst>
          </a:prstGeom>
          <a:solidFill>
            <a:srgbClr val="F7F8FA"/>
          </a:solidFill>
          <a:ln w="12700">
            <a:solidFill>
              <a:srgbClr val="E6E9EF"/>
            </a:solidFill>
            <a:prstDash val="solid"/>
          </a:ln>
          <a:effectLst>
            <a:outerShdw blurRad="177800" dist="38100" dir="5400000" algn="bl" rotWithShape="0">
              <a:srgbClr val="101C28">
                <a:alpha val="9000"/>
              </a:srgbClr>
            </a:outerShdw>
          </a:effectLst>
        </p:spPr>
      </p:sp>
      <p:sp>
        <p:nvSpPr>
          <p:cNvPr id="11" name="s13_anim002"/>
          <p:cNvSpPr txBox="1"/>
          <p:nvPr/>
        </p:nvSpPr>
        <p:spPr>
          <a:xfrm>
            <a:off x="1084936" y="2606040"/>
            <a:ext cx="640080" cy="411480"/>
          </a:xfrm>
          <a:prstGeom prst="rect">
            <a:avLst/>
          </a:prstGeom>
          <a:noFill/>
          <a:ln/>
        </p:spPr>
        <p:txBody>
          <a:bodyPr wrap="square" lIns="0" tIns="0" rIns="0" bIns="0" rtlCol="0" anchor="ctr"/>
          <a:lstStyle/>
          <a:p>
            <a:pPr marL="0" indent="0">
              <a:buNone/>
            </a:pPr>
            <a:r>
              <a:rPr lang="en-US" sz="1900" dirty="0">
                <a:solidFill>
                  <a:srgbClr val="000000"/>
                </a:solidFill>
                <a:latin typeface="Segoe UI Emoji" pitchFamily="34" charset="0"/>
                <a:ea typeface="Segoe UI Emoji" pitchFamily="34" charset="-122"/>
                <a:cs typeface="Segoe UI Emoji" pitchFamily="34" charset="-120"/>
              </a:rPr>
              <a:t>🧩</a:t>
            </a:r>
            <a:endParaRPr lang="en-US" sz="1900" dirty="0"/>
          </a:p>
        </p:txBody>
      </p:sp>
      <p:sp>
        <p:nvSpPr>
          <p:cNvPr id="12" name="s13_anim002"/>
          <p:cNvSpPr txBox="1"/>
          <p:nvPr/>
        </p:nvSpPr>
        <p:spPr>
          <a:xfrm>
            <a:off x="1084936" y="3154680"/>
            <a:ext cx="4443984" cy="411480"/>
          </a:xfrm>
          <a:prstGeom prst="rect">
            <a:avLst/>
          </a:prstGeom>
          <a:noFill/>
          <a:ln/>
        </p:spPr>
        <p:txBody>
          <a:bodyPr wrap="square" lIns="0" tIns="0" rIns="0" bIns="0" rtlCol="0" anchor="ctr"/>
          <a:lstStyle/>
          <a:p>
            <a:pPr marL="0" indent="0">
              <a:buNone/>
            </a:pPr>
            <a:r>
              <a:rPr lang="en-US" sz="1700" b="1" dirty="0">
                <a:solidFill>
                  <a:srgbClr val="15181D"/>
                </a:solidFill>
                <a:latin typeface="Segoe UI" pitchFamily="34" charset="0"/>
                <a:ea typeface="Segoe UI" pitchFamily="34" charset="-122"/>
                <a:cs typeface="Segoe UI" pitchFamily="34" charset="-120"/>
              </a:rPr>
              <a:t>Complexity</a:t>
            </a:r>
            <a:endParaRPr lang="en-US" sz="1700" dirty="0"/>
          </a:p>
        </p:txBody>
      </p:sp>
      <p:sp>
        <p:nvSpPr>
          <p:cNvPr id="13" name="s13_anim002"/>
          <p:cNvSpPr txBox="1"/>
          <p:nvPr/>
        </p:nvSpPr>
        <p:spPr>
          <a:xfrm>
            <a:off x="1084936" y="3538728"/>
            <a:ext cx="4443984" cy="1737360"/>
          </a:xfrm>
          <a:prstGeom prst="rect">
            <a:avLst/>
          </a:prstGeom>
          <a:noFill/>
          <a:ln/>
        </p:spPr>
        <p:txBody>
          <a:bodyPr wrap="square" lIns="0" tIns="0" rIns="0" bIns="0" rtlCol="0" anchor="ctr"/>
          <a:lstStyle/>
          <a:p>
            <a:pPr marL="0" indent="0">
              <a:lnSpc>
                <a:spcPts val="1700"/>
              </a:lnSpc>
              <a:buNone/>
            </a:pPr>
            <a:r>
              <a:rPr lang="en-US" sz="1250" dirty="0">
                <a:solidFill>
                  <a:srgbClr val="8A93A0"/>
                </a:solidFill>
                <a:latin typeface="Segoe UI" pitchFamily="34" charset="0"/>
                <a:ea typeface="Segoe UI" pitchFamily="34" charset="-122"/>
                <a:cs typeface="Segoe UI" pitchFamily="34" charset="-120"/>
              </a:rPr>
              <a:t>Groups, dependencies, factories, listeners, XML. Powerful combined — and a real learning curve.</a:t>
            </a:r>
            <a:endParaRPr lang="en-US" sz="1250" dirty="0"/>
          </a:p>
          <a:p>
            <a:pPr marL="0" indent="0">
              <a:lnSpc>
                <a:spcPts val="1700"/>
              </a:lnSpc>
              <a:buNone/>
            </a:pPr>
            <a:endParaRPr lang="en-US" sz="1250" dirty="0"/>
          </a:p>
          <a:p>
            <a:pPr marL="0" indent="0">
              <a:lnSpc>
                <a:spcPts val="1700"/>
              </a:lnSpc>
              <a:buNone/>
            </a:pPr>
            <a:r>
              <a:rPr lang="en-US" sz="1250" dirty="0">
                <a:solidFill>
                  <a:srgbClr val="8A93A0"/>
                </a:solidFill>
                <a:latin typeface="Segoe UI" pitchFamily="34" charset="0"/>
                <a:ea typeface="Segoe UI" pitchFamily="34" charset="-122"/>
                <a:cs typeface="Segoe UI" pitchFamily="34" charset="-120"/>
              </a:rPr>
              <a:t>Misused dependencies hide the real failure behind a chain of skips.</a:t>
            </a:r>
            <a:endParaRPr lang="en-US" sz="1250" dirty="0"/>
          </a:p>
        </p:txBody>
      </p:sp>
      <p:sp>
        <p:nvSpPr>
          <p:cNvPr id="14" name="s13_anim003"/>
          <p:cNvSpPr/>
          <p:nvPr/>
        </p:nvSpPr>
        <p:spPr>
          <a:xfrm>
            <a:off x="6370168" y="2331720"/>
            <a:ext cx="5029200" cy="2944368"/>
          </a:xfrm>
          <a:prstGeom prst="roundRect">
            <a:avLst>
              <a:gd name="adj" fmla="val 4962"/>
            </a:avLst>
          </a:prstGeom>
          <a:solidFill>
            <a:srgbClr val="F7F8FA"/>
          </a:solidFill>
          <a:ln w="12700">
            <a:solidFill>
              <a:srgbClr val="E6E9EF"/>
            </a:solidFill>
            <a:prstDash val="solid"/>
          </a:ln>
          <a:effectLst>
            <a:outerShdw blurRad="177800" dist="38100" dir="5400000" algn="bl" rotWithShape="0">
              <a:srgbClr val="101C28">
                <a:alpha val="9000"/>
              </a:srgbClr>
            </a:outerShdw>
          </a:effectLst>
        </p:spPr>
      </p:sp>
      <p:sp>
        <p:nvSpPr>
          <p:cNvPr id="15" name="s13_anim003"/>
          <p:cNvSpPr txBox="1"/>
          <p:nvPr/>
        </p:nvSpPr>
        <p:spPr>
          <a:xfrm>
            <a:off x="6662776" y="2606040"/>
            <a:ext cx="640080" cy="411480"/>
          </a:xfrm>
          <a:prstGeom prst="rect">
            <a:avLst/>
          </a:prstGeom>
          <a:noFill/>
          <a:ln/>
        </p:spPr>
        <p:txBody>
          <a:bodyPr wrap="square" lIns="0" tIns="0" rIns="0" bIns="0" rtlCol="0" anchor="ctr"/>
          <a:lstStyle/>
          <a:p>
            <a:pPr marL="0" indent="0">
              <a:buNone/>
            </a:pPr>
            <a:r>
              <a:rPr lang="en-US" sz="1900" dirty="0">
                <a:solidFill>
                  <a:srgbClr val="000000"/>
                </a:solidFill>
                <a:latin typeface="Segoe UI Emoji" pitchFamily="34" charset="0"/>
                <a:ea typeface="Segoe UI Emoji" pitchFamily="34" charset="-122"/>
                <a:cs typeface="Segoe UI Emoji" pitchFamily="34" charset="-120"/>
              </a:rPr>
              <a:t>🪨</a:t>
            </a:r>
            <a:endParaRPr lang="en-US" sz="1900" dirty="0"/>
          </a:p>
        </p:txBody>
      </p:sp>
      <p:sp>
        <p:nvSpPr>
          <p:cNvPr id="16" name="s13_anim003"/>
          <p:cNvSpPr txBox="1"/>
          <p:nvPr/>
        </p:nvSpPr>
        <p:spPr>
          <a:xfrm>
            <a:off x="6662776" y="3154680"/>
            <a:ext cx="4443984" cy="411480"/>
          </a:xfrm>
          <a:prstGeom prst="rect">
            <a:avLst/>
          </a:prstGeom>
          <a:noFill/>
          <a:ln/>
        </p:spPr>
        <p:txBody>
          <a:bodyPr wrap="square" lIns="0" tIns="0" rIns="0" bIns="0" rtlCol="0" anchor="ctr"/>
          <a:lstStyle/>
          <a:p>
            <a:pPr marL="0" indent="0">
              <a:buNone/>
            </a:pPr>
            <a:r>
              <a:rPr lang="en-US" sz="1700" b="1" dirty="0">
                <a:solidFill>
                  <a:srgbClr val="15181D"/>
                </a:solidFill>
                <a:latin typeface="Segoe UI" pitchFamily="34" charset="0"/>
                <a:ea typeface="Segoe UI" pitchFamily="34" charset="-122"/>
                <a:cs typeface="Segoe UI" pitchFamily="34" charset="-120"/>
              </a:rPr>
              <a:t>Overkill for unit tests</a:t>
            </a:r>
            <a:endParaRPr lang="en-US" sz="1700" dirty="0"/>
          </a:p>
        </p:txBody>
      </p:sp>
      <p:sp>
        <p:nvSpPr>
          <p:cNvPr id="17" name="s13_anim003"/>
          <p:cNvSpPr txBox="1"/>
          <p:nvPr/>
        </p:nvSpPr>
        <p:spPr>
          <a:xfrm>
            <a:off x="6662776" y="3538728"/>
            <a:ext cx="4443984" cy="1737360"/>
          </a:xfrm>
          <a:prstGeom prst="rect">
            <a:avLst/>
          </a:prstGeom>
          <a:noFill/>
          <a:ln/>
        </p:spPr>
        <p:txBody>
          <a:bodyPr wrap="square" lIns="0" tIns="0" rIns="0" bIns="0" rtlCol="0" anchor="ctr"/>
          <a:lstStyle/>
          <a:p>
            <a:pPr marL="0" indent="0">
              <a:lnSpc>
                <a:spcPts val="1700"/>
              </a:lnSpc>
              <a:buNone/>
            </a:pPr>
            <a:r>
              <a:rPr lang="en-US" sz="1250" dirty="0">
                <a:solidFill>
                  <a:srgbClr val="8A93A0"/>
                </a:solidFill>
                <a:latin typeface="Segoe UI" pitchFamily="34" charset="0"/>
                <a:ea typeface="Segoe UI" pitchFamily="34" charset="-122"/>
                <a:cs typeface="Segoe UI" pitchFamily="34" charset="-120"/>
              </a:rPr>
              <a:t>One monolithic dependency vs JUnit 5's modular Platform / Jupiter / Vintage.</a:t>
            </a:r>
            <a:endParaRPr lang="en-US" sz="1250" dirty="0"/>
          </a:p>
          <a:p>
            <a:pPr marL="0" indent="0">
              <a:lnSpc>
                <a:spcPts val="1700"/>
              </a:lnSpc>
              <a:buNone/>
            </a:pPr>
            <a:endParaRPr lang="en-US" sz="1250" dirty="0"/>
          </a:p>
          <a:p>
            <a:pPr marL="0" indent="0">
              <a:lnSpc>
                <a:spcPts val="1700"/>
              </a:lnSpc>
              <a:buNone/>
            </a:pPr>
            <a:r>
              <a:rPr lang="en-US" sz="1250" dirty="0">
                <a:solidFill>
                  <a:srgbClr val="8A93A0"/>
                </a:solidFill>
                <a:latin typeface="Segoe UI" pitchFamily="34" charset="0"/>
                <a:ea typeface="Segoe UI" pitchFamily="34" charset="-122"/>
                <a:cs typeface="Segoe UI" pitchFamily="34" charset="-120"/>
              </a:rPr>
              <a:t>If you only write fast isolated unit tests, the orchestration engine is dead weight — and Spring Boot defaults to JUnit 5.</a:t>
            </a:r>
            <a:endParaRPr lang="en-US" sz="12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0" presetID="10" presetClass="entr" presetSubtype="0" fill="hold" grpId="0" nodeType="withEffect">
                            <p:stCondLst>
                              <p:cond delay="22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22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22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44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44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44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44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chromeDot"/>
          <p:cNvSpPr/>
          <p:nvPr/>
        </p:nvSpPr>
        <p:spPr>
          <a:xfrm>
            <a:off x="685800" y="438912"/>
            <a:ext cx="329184" cy="329184"/>
          </a:xfrm>
          <a:prstGeom prst="ellipse">
            <a:avLst/>
          </a:prstGeom>
          <a:solidFill>
            <a:srgbClr val="0F766E"/>
          </a:solidFill>
          <a:ln/>
        </p:spPr>
      </p:sp>
      <p:sp>
        <p:nvSpPr>
          <p:cNvPr id="3" name="chromeNum"/>
          <p:cNvSpPr txBox="1"/>
          <p:nvPr/>
        </p:nvSpPr>
        <p:spPr>
          <a:xfrm>
            <a:off x="685800" y="43891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II</a:t>
            </a:r>
            <a:endParaRPr lang="en-US" sz="1200" dirty="0"/>
          </a:p>
        </p:txBody>
      </p:sp>
      <p:sp>
        <p:nvSpPr>
          <p:cNvPr id="4" name="chromeLabel"/>
          <p:cNvSpPr txBox="1"/>
          <p:nvPr/>
        </p:nvSpPr>
        <p:spPr>
          <a:xfrm>
            <a:off x="1115568" y="438912"/>
            <a:ext cx="5486400" cy="329184"/>
          </a:xfrm>
          <a:prstGeom prst="rect">
            <a:avLst/>
          </a:prstGeom>
          <a:noFill/>
          <a:ln/>
        </p:spPr>
        <p:txBody>
          <a:bodyPr wrap="square" lIns="0" tIns="0" rIns="0" bIns="0" rtlCol="0" anchor="ctr"/>
          <a:lstStyle/>
          <a:p>
            <a:pPr marL="0" indent="0">
              <a:buNone/>
            </a:pPr>
            <a:r>
              <a:rPr lang="en-US" sz="1050" b="1" kern="0" spc="260" dirty="0">
                <a:solidFill>
                  <a:srgbClr val="0F766E"/>
                </a:solidFill>
                <a:latin typeface="Segoe UI" pitchFamily="34" charset="0"/>
                <a:ea typeface="Segoe UI" pitchFamily="34" charset="-122"/>
                <a:cs typeface="Segoe UI" pitchFamily="34" charset="-120"/>
              </a:rPr>
              <a:t>HIGHLIGHT</a:t>
            </a:r>
            <a:endParaRPr lang="en-US" sz="1050" dirty="0"/>
          </a:p>
        </p:txBody>
      </p:sp>
      <p:sp>
        <p:nvSpPr>
          <p:cNvPr id="5" name="rail0"/>
          <p:cNvSpPr/>
          <p:nvPr/>
        </p:nvSpPr>
        <p:spPr>
          <a:xfrm>
            <a:off x="685800" y="6236208"/>
            <a:ext cx="402336" cy="64008"/>
          </a:xfrm>
          <a:prstGeom prst="roundRect">
            <a:avLst>
              <a:gd name="adj" fmla="val 50000"/>
            </a:avLst>
          </a:prstGeom>
          <a:solidFill>
            <a:srgbClr val="DCDEE3"/>
          </a:solidFill>
          <a:ln/>
        </p:spPr>
      </p:sp>
      <p:sp>
        <p:nvSpPr>
          <p:cNvPr id="6" name="rail1"/>
          <p:cNvSpPr/>
          <p:nvPr/>
        </p:nvSpPr>
        <p:spPr>
          <a:xfrm>
            <a:off x="1197864" y="6236208"/>
            <a:ext cx="402336" cy="64008"/>
          </a:xfrm>
          <a:prstGeom prst="roundRect">
            <a:avLst>
              <a:gd name="adj" fmla="val 50000"/>
            </a:avLst>
          </a:prstGeom>
          <a:solidFill>
            <a:srgbClr val="0F766E"/>
          </a:solidFill>
          <a:ln/>
        </p:spPr>
      </p:sp>
      <p:sp>
        <p:nvSpPr>
          <p:cNvPr id="7" name="rail2"/>
          <p:cNvSpPr/>
          <p:nvPr/>
        </p:nvSpPr>
        <p:spPr>
          <a:xfrm>
            <a:off x="1709928" y="6236208"/>
            <a:ext cx="402336" cy="64008"/>
          </a:xfrm>
          <a:prstGeom prst="roundRect">
            <a:avLst>
              <a:gd name="adj" fmla="val 50000"/>
            </a:avLst>
          </a:prstGeom>
          <a:solidFill>
            <a:srgbClr val="DCDEE3"/>
          </a:solidFill>
          <a:ln/>
        </p:spPr>
      </p:sp>
      <p:sp>
        <p:nvSpPr>
          <p:cNvPr id="8" name="chromePage"/>
          <p:cNvSpPr txBox="1"/>
          <p:nvPr/>
        </p:nvSpPr>
        <p:spPr>
          <a:xfrm>
            <a:off x="10241280" y="6089904"/>
            <a:ext cx="1280160" cy="365760"/>
          </a:xfrm>
          <a:prstGeom prst="rect">
            <a:avLst/>
          </a:prstGeom>
          <a:noFill/>
          <a:ln/>
        </p:spPr>
        <p:txBody>
          <a:bodyPr wrap="square" lIns="0" tIns="0" rIns="0" bIns="0" rtlCol="0" anchor="ctr"/>
          <a:lstStyle/>
          <a:p>
            <a:pPr marL="0" indent="0" algn="r">
              <a:buNone/>
            </a:pPr>
            <a:r>
              <a:rPr lang="en-US" sz="1050" b="1" kern="0" spc="120" dirty="0">
                <a:solidFill>
                  <a:srgbClr val="3C4450"/>
                </a:solidFill>
                <a:latin typeface="Segoe UI" pitchFamily="34" charset="0"/>
                <a:ea typeface="Segoe UI" pitchFamily="34" charset="-122"/>
                <a:cs typeface="Segoe UI" pitchFamily="34" charset="-120"/>
              </a:rPr>
              <a:t>14</a:t>
            </a:r>
            <a:r>
              <a:rPr lang="en-US" sz="1050" kern="0" spc="120" dirty="0">
                <a:solidFill>
                  <a:srgbClr val="B6BDC8"/>
                </a:solidFill>
                <a:latin typeface="Segoe UI" pitchFamily="34" charset="0"/>
                <a:ea typeface="Segoe UI" pitchFamily="34" charset="-122"/>
                <a:cs typeface="Segoe UI" pitchFamily="34" charset="-120"/>
              </a:rPr>
              <a:t>  / 20</a:t>
            </a:r>
            <a:endParaRPr lang="en-US" sz="1050" dirty="0"/>
          </a:p>
        </p:txBody>
      </p:sp>
      <p:sp>
        <p:nvSpPr>
          <p:cNvPr id="9" name="s14_anim001"/>
          <p:cNvSpPr txBox="1"/>
          <p:nvPr/>
        </p:nvSpPr>
        <p:spPr>
          <a:xfrm>
            <a:off x="731520" y="1078992"/>
            <a:ext cx="10725912" cy="822960"/>
          </a:xfrm>
          <a:prstGeom prst="rect">
            <a:avLst/>
          </a:prstGeom>
          <a:noFill/>
          <a:ln/>
        </p:spPr>
        <p:txBody>
          <a:bodyPr wrap="square" lIns="0" tIns="0" rIns="0" bIns="0" rtlCol="0" anchor="ctr"/>
          <a:lstStyle/>
          <a:p>
            <a:pPr marL="0" indent="0" algn="ctr">
              <a:buNone/>
            </a:pPr>
            <a:r>
              <a:rPr lang="en-US" sz="3400" b="1" dirty="0">
                <a:solidFill>
                  <a:srgbClr val="15181D"/>
                </a:solidFill>
                <a:latin typeface="Segoe UI" pitchFamily="34" charset="0"/>
                <a:ea typeface="Segoe UI" pitchFamily="34" charset="-122"/>
                <a:cs typeface="Segoe UI" pitchFamily="34" charset="-120"/>
              </a:rPr>
              <a:t>The real win: </a:t>
            </a:r>
            <a:r>
              <a:rPr lang="en-US" sz="3400" b="1" dirty="0">
                <a:solidFill>
                  <a:srgbClr val="0F766E"/>
                </a:solidFill>
                <a:latin typeface="Segoe UI" pitchFamily="34" charset="0"/>
                <a:ea typeface="Segoe UI" pitchFamily="34" charset="-122"/>
                <a:cs typeface="Segoe UI" pitchFamily="34" charset="-120"/>
              </a:rPr>
              <a:t>getting copied</a:t>
            </a:r>
            <a:endParaRPr lang="en-US" sz="3400" dirty="0"/>
          </a:p>
        </p:txBody>
      </p:sp>
      <p:sp>
        <p:nvSpPr>
          <p:cNvPr id="10" name="s14_anim002"/>
          <p:cNvSpPr/>
          <p:nvPr/>
        </p:nvSpPr>
        <p:spPr>
          <a:xfrm>
            <a:off x="1188720" y="3931920"/>
            <a:ext cx="9829800" cy="914"/>
          </a:xfrm>
          <a:prstGeom prst="line">
            <a:avLst/>
          </a:prstGeom>
          <a:noFill/>
          <a:ln w="25400">
            <a:solidFill>
              <a:srgbClr val="DFE3EA"/>
            </a:solidFill>
            <a:prstDash val="solid"/>
          </a:ln>
        </p:spPr>
      </p:sp>
      <p:sp>
        <p:nvSpPr>
          <p:cNvPr id="11" name="s14_anim003"/>
          <p:cNvSpPr/>
          <p:nvPr/>
        </p:nvSpPr>
        <p:spPr>
          <a:xfrm>
            <a:off x="1499616" y="3831336"/>
            <a:ext cx="201168" cy="201168"/>
          </a:xfrm>
          <a:prstGeom prst="ellipse">
            <a:avLst/>
          </a:prstGeom>
          <a:solidFill>
            <a:srgbClr val="0F766E"/>
          </a:solidFill>
          <a:ln/>
        </p:spPr>
      </p:sp>
      <p:sp>
        <p:nvSpPr>
          <p:cNvPr id="12" name="s14_anim003"/>
          <p:cNvSpPr txBox="1"/>
          <p:nvPr/>
        </p:nvSpPr>
        <p:spPr>
          <a:xfrm>
            <a:off x="45720" y="2999232"/>
            <a:ext cx="3108960" cy="640080"/>
          </a:xfrm>
          <a:prstGeom prst="rect">
            <a:avLst/>
          </a:prstGeom>
          <a:noFill/>
          <a:ln/>
        </p:spPr>
        <p:txBody>
          <a:bodyPr wrap="square" lIns="0" tIns="0" rIns="0" bIns="0" rtlCol="0" anchor="b"/>
          <a:lstStyle/>
          <a:p>
            <a:pPr marL="0" indent="0" algn="ctr">
              <a:lnSpc>
                <a:spcPts val="1700"/>
              </a:lnSpc>
              <a:buNone/>
            </a:pPr>
            <a:r>
              <a:rPr lang="en-US" sz="1250" b="1" dirty="0">
                <a:solidFill>
                  <a:srgbClr val="15181D"/>
                </a:solidFill>
                <a:latin typeface="Segoe UI" pitchFamily="34" charset="0"/>
                <a:ea typeface="Segoe UI" pitchFamily="34" charset="-122"/>
                <a:cs typeface="Segoe UI" pitchFamily="34" charset="-120"/>
              </a:rPr>
              <a:t>annotations · groups</a:t>
            </a:r>
            <a:endParaRPr lang="en-US" sz="1250" dirty="0"/>
          </a:p>
          <a:p>
            <a:pPr marL="0" indent="0" algn="ctr">
              <a:lnSpc>
                <a:spcPts val="1700"/>
              </a:lnSpc>
              <a:buNone/>
            </a:pPr>
            <a:r>
              <a:rPr lang="en-US" sz="1250" b="1" dirty="0">
                <a:solidFill>
                  <a:srgbClr val="15181D"/>
                </a:solidFill>
                <a:latin typeface="Segoe UI" pitchFamily="34" charset="0"/>
                <a:ea typeface="Segoe UI" pitchFamily="34" charset="-122"/>
                <a:cs typeface="Segoe UI" pitchFamily="34" charset="-120"/>
              </a:rPr>
              <a:t>dependencies · parallel</a:t>
            </a:r>
            <a:endParaRPr lang="en-US" sz="1250" dirty="0"/>
          </a:p>
        </p:txBody>
      </p:sp>
      <p:sp>
        <p:nvSpPr>
          <p:cNvPr id="13" name="s14_anim003"/>
          <p:cNvSpPr txBox="1"/>
          <p:nvPr/>
        </p:nvSpPr>
        <p:spPr>
          <a:xfrm>
            <a:off x="502920" y="4187952"/>
            <a:ext cx="2194560" cy="411480"/>
          </a:xfrm>
          <a:prstGeom prst="rect">
            <a:avLst/>
          </a:prstGeom>
          <a:noFill/>
          <a:ln/>
        </p:spPr>
        <p:txBody>
          <a:bodyPr wrap="square" lIns="0" tIns="0" rIns="0" bIns="0" rtlCol="0" anchor="ctr"/>
          <a:lstStyle/>
          <a:p>
            <a:pPr marL="0" indent="0" algn="ctr">
              <a:buNone/>
            </a:pPr>
            <a:r>
              <a:rPr lang="en-US" sz="2100" b="1" dirty="0">
                <a:solidFill>
                  <a:srgbClr val="0F766E"/>
                </a:solidFill>
                <a:latin typeface="Segoe UI" pitchFamily="34" charset="0"/>
                <a:ea typeface="Segoe UI" pitchFamily="34" charset="-122"/>
                <a:cs typeface="Segoe UI" pitchFamily="34" charset="-120"/>
              </a:rPr>
              <a:t>2004</a:t>
            </a:r>
            <a:endParaRPr lang="en-US" sz="2100" dirty="0"/>
          </a:p>
        </p:txBody>
      </p:sp>
      <p:sp>
        <p:nvSpPr>
          <p:cNvPr id="14" name="s14_anim003"/>
          <p:cNvSpPr txBox="1"/>
          <p:nvPr/>
        </p:nvSpPr>
        <p:spPr>
          <a:xfrm>
            <a:off x="502920" y="4599432"/>
            <a:ext cx="2194560" cy="320040"/>
          </a:xfrm>
          <a:prstGeom prst="rect">
            <a:avLst/>
          </a:prstGeom>
          <a:noFill/>
          <a:ln/>
        </p:spPr>
        <p:txBody>
          <a:bodyPr wrap="square" lIns="0" tIns="0" rIns="0" bIns="0" rtlCol="0" anchor="ctr"/>
          <a:lstStyle/>
          <a:p>
            <a:pPr marL="0" indent="0" algn="ctr">
              <a:buNone/>
            </a:pPr>
            <a:r>
              <a:rPr lang="en-US" sz="1150" dirty="0">
                <a:solidFill>
                  <a:srgbClr val="8A93A0"/>
                </a:solidFill>
                <a:latin typeface="Segoe UI" pitchFamily="34" charset="0"/>
                <a:ea typeface="Segoe UI" pitchFamily="34" charset="-122"/>
                <a:cs typeface="Segoe UI" pitchFamily="34" charset="-120"/>
              </a:rPr>
              <a:t>TestNG</a:t>
            </a:r>
            <a:endParaRPr lang="en-US" sz="1150" dirty="0"/>
          </a:p>
        </p:txBody>
      </p:sp>
      <p:sp>
        <p:nvSpPr>
          <p:cNvPr id="15" name="s14_anim004"/>
          <p:cNvSpPr/>
          <p:nvPr/>
        </p:nvSpPr>
        <p:spPr>
          <a:xfrm>
            <a:off x="4640580" y="3863340"/>
            <a:ext cx="137160" cy="137160"/>
          </a:xfrm>
          <a:prstGeom prst="ellipse">
            <a:avLst/>
          </a:prstGeom>
          <a:solidFill>
            <a:srgbClr val="B6BDC8"/>
          </a:solidFill>
          <a:ln/>
        </p:spPr>
      </p:sp>
      <p:sp>
        <p:nvSpPr>
          <p:cNvPr id="16" name="s14_anim004"/>
          <p:cNvSpPr txBox="1"/>
          <p:nvPr/>
        </p:nvSpPr>
        <p:spPr>
          <a:xfrm>
            <a:off x="3154680" y="3246120"/>
            <a:ext cx="3108960" cy="640080"/>
          </a:xfrm>
          <a:prstGeom prst="rect">
            <a:avLst/>
          </a:prstGeom>
          <a:noFill/>
          <a:ln/>
        </p:spPr>
        <p:txBody>
          <a:bodyPr wrap="square" lIns="0" tIns="0" rIns="0" bIns="0" rtlCol="0" anchor="b"/>
          <a:lstStyle/>
          <a:p>
            <a:pPr marL="0" indent="0" algn="ctr">
              <a:lnSpc>
                <a:spcPts val="1700"/>
              </a:lnSpc>
              <a:buNone/>
            </a:pPr>
            <a:r>
              <a:rPr lang="en-US" sz="1250" dirty="0">
                <a:solidFill>
                  <a:srgbClr val="6B7280"/>
                </a:solidFill>
                <a:latin typeface="Segoe UI" pitchFamily="34" charset="0"/>
                <a:ea typeface="Segoe UI" pitchFamily="34" charset="-122"/>
                <a:cs typeface="Segoe UI" pitchFamily="34" charset="-120"/>
              </a:rPr>
              <a:t>@Test, @Before</a:t>
            </a:r>
            <a:endParaRPr lang="en-US" sz="1250" dirty="0"/>
          </a:p>
        </p:txBody>
      </p:sp>
      <p:sp>
        <p:nvSpPr>
          <p:cNvPr id="17" name="s14_anim004"/>
          <p:cNvSpPr txBox="1"/>
          <p:nvPr/>
        </p:nvSpPr>
        <p:spPr>
          <a:xfrm>
            <a:off x="3611880" y="4187952"/>
            <a:ext cx="2194560" cy="411480"/>
          </a:xfrm>
          <a:prstGeom prst="rect">
            <a:avLst/>
          </a:prstGeom>
          <a:noFill/>
          <a:ln/>
        </p:spPr>
        <p:txBody>
          <a:bodyPr wrap="square" lIns="0" tIns="0" rIns="0" bIns="0" rtlCol="0" anchor="ctr"/>
          <a:lstStyle/>
          <a:p>
            <a:pPr marL="0" indent="0" algn="ctr">
              <a:buNone/>
            </a:pPr>
            <a:r>
              <a:rPr lang="en-US" sz="1800" b="1" dirty="0">
                <a:solidFill>
                  <a:srgbClr val="3C4450"/>
                </a:solidFill>
                <a:latin typeface="Segoe UI" pitchFamily="34" charset="0"/>
                <a:ea typeface="Segoe UI" pitchFamily="34" charset="-122"/>
                <a:cs typeface="Segoe UI" pitchFamily="34" charset="-120"/>
              </a:rPr>
              <a:t>2006</a:t>
            </a:r>
            <a:endParaRPr lang="en-US" sz="1800" dirty="0"/>
          </a:p>
        </p:txBody>
      </p:sp>
      <p:sp>
        <p:nvSpPr>
          <p:cNvPr id="18" name="s14_anim004"/>
          <p:cNvSpPr txBox="1"/>
          <p:nvPr/>
        </p:nvSpPr>
        <p:spPr>
          <a:xfrm>
            <a:off x="3611880" y="4599432"/>
            <a:ext cx="2194560" cy="320040"/>
          </a:xfrm>
          <a:prstGeom prst="rect">
            <a:avLst/>
          </a:prstGeom>
          <a:noFill/>
          <a:ln/>
        </p:spPr>
        <p:txBody>
          <a:bodyPr wrap="square" lIns="0" tIns="0" rIns="0" bIns="0" rtlCol="0" anchor="ctr"/>
          <a:lstStyle/>
          <a:p>
            <a:pPr marL="0" indent="0" algn="ctr">
              <a:buNone/>
            </a:pPr>
            <a:r>
              <a:rPr lang="en-US" sz="1150" dirty="0">
                <a:solidFill>
                  <a:srgbClr val="8A93A0"/>
                </a:solidFill>
                <a:latin typeface="Segoe UI" pitchFamily="34" charset="0"/>
                <a:ea typeface="Segoe UI" pitchFamily="34" charset="-122"/>
                <a:cs typeface="Segoe UI" pitchFamily="34" charset="-120"/>
              </a:rPr>
              <a:t>JUnit 4</a:t>
            </a:r>
            <a:endParaRPr lang="en-US" sz="1150" dirty="0"/>
          </a:p>
        </p:txBody>
      </p:sp>
      <p:sp>
        <p:nvSpPr>
          <p:cNvPr id="19" name="s14_anim005"/>
          <p:cNvSpPr/>
          <p:nvPr/>
        </p:nvSpPr>
        <p:spPr>
          <a:xfrm>
            <a:off x="7749540" y="3863340"/>
            <a:ext cx="137160" cy="137160"/>
          </a:xfrm>
          <a:prstGeom prst="ellipse">
            <a:avLst/>
          </a:prstGeom>
          <a:solidFill>
            <a:srgbClr val="B6BDC8"/>
          </a:solidFill>
          <a:ln/>
        </p:spPr>
      </p:sp>
      <p:sp>
        <p:nvSpPr>
          <p:cNvPr id="20" name="s14_anim005"/>
          <p:cNvSpPr txBox="1"/>
          <p:nvPr/>
        </p:nvSpPr>
        <p:spPr>
          <a:xfrm>
            <a:off x="6263640" y="3246120"/>
            <a:ext cx="3108960" cy="640080"/>
          </a:xfrm>
          <a:prstGeom prst="rect">
            <a:avLst/>
          </a:prstGeom>
          <a:noFill/>
          <a:ln/>
        </p:spPr>
        <p:txBody>
          <a:bodyPr wrap="square" lIns="0" tIns="0" rIns="0" bIns="0" rtlCol="0" anchor="b"/>
          <a:lstStyle/>
          <a:p>
            <a:pPr marL="0" indent="0" algn="ctr">
              <a:lnSpc>
                <a:spcPts val="1700"/>
              </a:lnSpc>
              <a:buNone/>
            </a:pPr>
            <a:r>
              <a:rPr lang="en-US" sz="1250" dirty="0">
                <a:solidFill>
                  <a:srgbClr val="6B7280"/>
                </a:solidFill>
                <a:latin typeface="Segoe UI" pitchFamily="34" charset="0"/>
                <a:ea typeface="Segoe UI" pitchFamily="34" charset="-122"/>
                <a:cs typeface="Segoe UI" pitchFamily="34" charset="-120"/>
              </a:rPr>
              <a:t>@ParameterizedTest · @Tag</a:t>
            </a:r>
            <a:endParaRPr lang="en-US" sz="1250" dirty="0"/>
          </a:p>
        </p:txBody>
      </p:sp>
      <p:sp>
        <p:nvSpPr>
          <p:cNvPr id="21" name="s14_anim005"/>
          <p:cNvSpPr txBox="1"/>
          <p:nvPr/>
        </p:nvSpPr>
        <p:spPr>
          <a:xfrm>
            <a:off x="6720840" y="4187952"/>
            <a:ext cx="2194560" cy="411480"/>
          </a:xfrm>
          <a:prstGeom prst="rect">
            <a:avLst/>
          </a:prstGeom>
          <a:noFill/>
          <a:ln/>
        </p:spPr>
        <p:txBody>
          <a:bodyPr wrap="square" lIns="0" tIns="0" rIns="0" bIns="0" rtlCol="0" anchor="ctr"/>
          <a:lstStyle/>
          <a:p>
            <a:pPr marL="0" indent="0" algn="ctr">
              <a:buNone/>
            </a:pPr>
            <a:r>
              <a:rPr lang="en-US" sz="1800" b="1" dirty="0">
                <a:solidFill>
                  <a:srgbClr val="3C4450"/>
                </a:solidFill>
                <a:latin typeface="Segoe UI" pitchFamily="34" charset="0"/>
                <a:ea typeface="Segoe UI" pitchFamily="34" charset="-122"/>
                <a:cs typeface="Segoe UI" pitchFamily="34" charset="-120"/>
              </a:rPr>
              <a:t>2017</a:t>
            </a:r>
            <a:endParaRPr lang="en-US" sz="1800" dirty="0"/>
          </a:p>
        </p:txBody>
      </p:sp>
      <p:sp>
        <p:nvSpPr>
          <p:cNvPr id="22" name="s14_anim005"/>
          <p:cNvSpPr txBox="1"/>
          <p:nvPr/>
        </p:nvSpPr>
        <p:spPr>
          <a:xfrm>
            <a:off x="6720840" y="4599432"/>
            <a:ext cx="2194560" cy="320040"/>
          </a:xfrm>
          <a:prstGeom prst="rect">
            <a:avLst/>
          </a:prstGeom>
          <a:noFill/>
          <a:ln/>
        </p:spPr>
        <p:txBody>
          <a:bodyPr wrap="square" lIns="0" tIns="0" rIns="0" bIns="0" rtlCol="0" anchor="ctr"/>
          <a:lstStyle/>
          <a:p>
            <a:pPr marL="0" indent="0" algn="ctr">
              <a:buNone/>
            </a:pPr>
            <a:r>
              <a:rPr lang="en-US" sz="1150" dirty="0">
                <a:solidFill>
                  <a:srgbClr val="8A93A0"/>
                </a:solidFill>
                <a:latin typeface="Segoe UI" pitchFamily="34" charset="0"/>
                <a:ea typeface="Segoe UI" pitchFamily="34" charset="-122"/>
                <a:cs typeface="Segoe UI" pitchFamily="34" charset="-120"/>
              </a:rPr>
              <a:t>JUnit 5</a:t>
            </a:r>
            <a:endParaRPr lang="en-US" sz="1150" dirty="0"/>
          </a:p>
        </p:txBody>
      </p:sp>
      <p:sp>
        <p:nvSpPr>
          <p:cNvPr id="23" name="s14_anim006"/>
          <p:cNvSpPr/>
          <p:nvPr/>
        </p:nvSpPr>
        <p:spPr>
          <a:xfrm>
            <a:off x="10538460" y="3863340"/>
            <a:ext cx="137160" cy="137160"/>
          </a:xfrm>
          <a:prstGeom prst="ellipse">
            <a:avLst/>
          </a:prstGeom>
          <a:solidFill>
            <a:srgbClr val="B6BDC8"/>
          </a:solidFill>
          <a:ln/>
        </p:spPr>
      </p:sp>
      <p:sp>
        <p:nvSpPr>
          <p:cNvPr id="24" name="s14_anim006"/>
          <p:cNvSpPr txBox="1"/>
          <p:nvPr/>
        </p:nvSpPr>
        <p:spPr>
          <a:xfrm>
            <a:off x="9052560" y="3246120"/>
            <a:ext cx="3108960" cy="640080"/>
          </a:xfrm>
          <a:prstGeom prst="rect">
            <a:avLst/>
          </a:prstGeom>
          <a:noFill/>
          <a:ln/>
        </p:spPr>
        <p:txBody>
          <a:bodyPr wrap="square" lIns="0" tIns="0" rIns="0" bIns="0" rtlCol="0" anchor="b"/>
          <a:lstStyle/>
          <a:p>
            <a:pPr marL="0" indent="0" algn="ctr">
              <a:lnSpc>
                <a:spcPts val="1700"/>
              </a:lnSpc>
              <a:buNone/>
            </a:pPr>
            <a:r>
              <a:rPr lang="en-US" sz="1250" dirty="0">
                <a:solidFill>
                  <a:srgbClr val="6B7280"/>
                </a:solidFill>
                <a:latin typeface="Segoe UI" pitchFamily="34" charset="0"/>
                <a:ea typeface="Segoe UI" pitchFamily="34" charset="-122"/>
                <a:cs typeface="Segoe UI" pitchFamily="34" charset="-120"/>
              </a:rPr>
              <a:t>parallel execution</a:t>
            </a:r>
            <a:endParaRPr lang="en-US" sz="1250" dirty="0"/>
          </a:p>
        </p:txBody>
      </p:sp>
      <p:sp>
        <p:nvSpPr>
          <p:cNvPr id="25" name="s14_anim006"/>
          <p:cNvSpPr txBox="1"/>
          <p:nvPr/>
        </p:nvSpPr>
        <p:spPr>
          <a:xfrm>
            <a:off x="9509760" y="4187952"/>
            <a:ext cx="2194560" cy="411480"/>
          </a:xfrm>
          <a:prstGeom prst="rect">
            <a:avLst/>
          </a:prstGeom>
          <a:noFill/>
          <a:ln/>
        </p:spPr>
        <p:txBody>
          <a:bodyPr wrap="square" lIns="0" tIns="0" rIns="0" bIns="0" rtlCol="0" anchor="ctr"/>
          <a:lstStyle/>
          <a:p>
            <a:pPr marL="0" indent="0" algn="ctr">
              <a:buNone/>
            </a:pPr>
            <a:r>
              <a:rPr lang="en-US" sz="1800" b="1" dirty="0">
                <a:solidFill>
                  <a:srgbClr val="3C4450"/>
                </a:solidFill>
                <a:latin typeface="Segoe UI" pitchFamily="34" charset="0"/>
                <a:ea typeface="Segoe UI" pitchFamily="34" charset="-122"/>
                <a:cs typeface="Segoe UI" pitchFamily="34" charset="-120"/>
              </a:rPr>
              <a:t>2018</a:t>
            </a:r>
            <a:endParaRPr lang="en-US" sz="1800" dirty="0"/>
          </a:p>
        </p:txBody>
      </p:sp>
      <p:sp>
        <p:nvSpPr>
          <p:cNvPr id="26" name="s14_anim006"/>
          <p:cNvSpPr txBox="1"/>
          <p:nvPr/>
        </p:nvSpPr>
        <p:spPr>
          <a:xfrm>
            <a:off x="9509760" y="4599432"/>
            <a:ext cx="2194560" cy="320040"/>
          </a:xfrm>
          <a:prstGeom prst="rect">
            <a:avLst/>
          </a:prstGeom>
          <a:noFill/>
          <a:ln/>
        </p:spPr>
        <p:txBody>
          <a:bodyPr wrap="square" lIns="0" tIns="0" rIns="0" bIns="0" rtlCol="0" anchor="ctr"/>
          <a:lstStyle/>
          <a:p>
            <a:pPr marL="0" indent="0" algn="ctr">
              <a:buNone/>
            </a:pPr>
            <a:r>
              <a:rPr lang="en-US" sz="1150" dirty="0">
                <a:solidFill>
                  <a:srgbClr val="8A93A0"/>
                </a:solidFill>
                <a:latin typeface="Segoe UI" pitchFamily="34" charset="0"/>
                <a:ea typeface="Segoe UI" pitchFamily="34" charset="-122"/>
                <a:cs typeface="Segoe UI" pitchFamily="34" charset="-120"/>
              </a:rPr>
              <a:t>JUnit 5.3</a:t>
            </a:r>
            <a:endParaRPr lang="en-US" sz="1150" dirty="0"/>
          </a:p>
        </p:txBody>
      </p:sp>
      <p:sp>
        <p:nvSpPr>
          <p:cNvPr id="27" name="s14_anim007"/>
          <p:cNvSpPr txBox="1"/>
          <p:nvPr/>
        </p:nvSpPr>
        <p:spPr>
          <a:xfrm>
            <a:off x="731520" y="5257800"/>
            <a:ext cx="10725912" cy="365760"/>
          </a:xfrm>
          <a:prstGeom prst="rect">
            <a:avLst/>
          </a:prstGeom>
          <a:noFill/>
          <a:ln/>
        </p:spPr>
        <p:txBody>
          <a:bodyPr wrap="square" lIns="0" tIns="0" rIns="0" bIns="0" rtlCol="0" anchor="ctr"/>
          <a:lstStyle/>
          <a:p>
            <a:pPr marL="0" indent="0" algn="ctr">
              <a:buNone/>
            </a:pPr>
            <a:r>
              <a:rPr lang="en-US" sz="1150" dirty="0">
                <a:solidFill>
                  <a:srgbClr val="8A93A0"/>
                </a:solidFill>
                <a:latin typeface="Segoe UI" pitchFamily="34" charset="0"/>
                <a:ea typeface="Segoe UI" pitchFamily="34" charset="-122"/>
                <a:cs typeface="Segoe UI" pitchFamily="34" charset="-120"/>
              </a:rPr>
              <a:t>14 years for the ecosystem to catch up with the 1.0 feature list</a:t>
            </a:r>
            <a:endParaRPr lang="en-US" sz="11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0" presetID="10" presetClass="entr" presetSubtype="0" fill="hold" grpId="0" nodeType="withEffect">
                            <p:stCondLst>
                              <p:cond delay="44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44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44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44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66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66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66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grpId="0" nodeType="withEffect">
                            <p:stCondLst>
                              <p:cond delay="66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4" presetID="10" presetClass="entr" presetSubtype="0" fill="hold" grpId="0" nodeType="withEffect">
                            <p:stCondLst>
                              <p:cond delay="88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grpId="0" nodeType="withEffect">
                            <p:stCondLst>
                              <p:cond delay="88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88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88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6" presetID="10" presetClass="entr" presetSubtype="0" fill="hold" grpId="0" nodeType="withEffect">
                            <p:stCondLst>
                              <p:cond delay="110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49" presetID="10" presetClass="entr" presetSubtype="0" fill="hold" grpId="0" nodeType="withEffect">
                            <p:stCondLst>
                              <p:cond delay="110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par>
                          <p:cTn id="52" presetID="10" presetClass="entr" presetSubtype="0" fill="hold" grpId="0" nodeType="withEffect">
                            <p:stCondLst>
                              <p:cond delay="110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par>
                          <p:cTn id="55" presetID="10" presetClass="entr" presetSubtype="0" fill="hold" grpId="0" nodeType="withEffect">
                            <p:stCondLst>
                              <p:cond delay="110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par>
                          <p:cTn id="58" presetID="10" presetClass="entr" presetSubtype="0" fill="hold" grpId="0" nodeType="withEffect">
                            <p:stCondLst>
                              <p:cond delay="132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500"/>
                                  <p:tgtEl>
                                    <p:spTgt spid="2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71C"/>
        </a:solidFill>
        <a:effectLst/>
      </p:bgPr>
    </p:bg>
    <p:spTree>
      <p:nvGrpSpPr>
        <p:cNvPr id="1" name=""/>
        <p:cNvGrpSpPr/>
        <p:nvPr/>
      </p:nvGrpSpPr>
      <p:grpSpPr>
        <a:xfrm>
          <a:off x="0" y="0"/>
          <a:ext cx="0" cy="0"/>
          <a:chOff x="0" y="0"/>
          <a:chExt cx="0" cy="0"/>
        </a:xfrm>
      </p:grpSpPr>
      <p:sp>
        <p:nvSpPr>
          <p:cNvPr id="2" name="s15_anim001"/>
          <p:cNvSpPr txBox="1"/>
          <p:nvPr/>
        </p:nvSpPr>
        <p:spPr>
          <a:xfrm>
            <a:off x="731520" y="1417320"/>
            <a:ext cx="10725912" cy="2194560"/>
          </a:xfrm>
          <a:prstGeom prst="rect">
            <a:avLst/>
          </a:prstGeom>
          <a:noFill/>
          <a:ln/>
        </p:spPr>
        <p:txBody>
          <a:bodyPr wrap="square" lIns="0" tIns="0" rIns="0" bIns="0" rtlCol="0" anchor="ctr"/>
          <a:lstStyle/>
          <a:p>
            <a:pPr marL="0" indent="0" algn="ctr">
              <a:buNone/>
            </a:pPr>
            <a:r>
              <a:rPr lang="en-US" sz="12800" b="1" kern="0" spc="400" dirty="0">
                <a:solidFill>
                  <a:srgbClr val="6D28D9"/>
                </a:solidFill>
                <a:latin typeface="Cambria" pitchFamily="34" charset="0"/>
                <a:ea typeface="Cambria" pitchFamily="34" charset="-122"/>
                <a:cs typeface="Cambria" pitchFamily="34" charset="-120"/>
              </a:rPr>
              <a:t>III</a:t>
            </a:r>
            <a:endParaRPr lang="en-US" sz="12800" dirty="0"/>
          </a:p>
        </p:txBody>
      </p:sp>
      <p:sp>
        <p:nvSpPr>
          <p:cNvPr id="3" name="s15_anim002"/>
          <p:cNvSpPr txBox="1"/>
          <p:nvPr/>
        </p:nvSpPr>
        <p:spPr>
          <a:xfrm>
            <a:off x="731520" y="3611880"/>
            <a:ext cx="10725912"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Segoe UI" pitchFamily="34" charset="0"/>
                <a:ea typeface="Segoe UI" pitchFamily="34" charset="-122"/>
                <a:cs typeface="Segoe UI" pitchFamily="34" charset="-120"/>
              </a:rPr>
              <a:t>Features  ·  Users  ·  Reference</a:t>
            </a:r>
            <a:endParaRPr lang="en-US" sz="4000" dirty="0"/>
          </a:p>
        </p:txBody>
      </p:sp>
      <p:sp>
        <p:nvSpPr>
          <p:cNvPr id="4" name="s15_anim003"/>
          <p:cNvSpPr/>
          <p:nvPr/>
        </p:nvSpPr>
        <p:spPr>
          <a:xfrm>
            <a:off x="5733288" y="4754880"/>
            <a:ext cx="731520" cy="64008"/>
          </a:xfrm>
          <a:prstGeom prst="roundRect">
            <a:avLst>
              <a:gd name="adj" fmla="val 50000"/>
            </a:avLst>
          </a:prstGeom>
          <a:solidFill>
            <a:srgbClr val="9B6BF2"/>
          </a:solidFill>
          <a:ln/>
        </p:spPr>
      </p:sp>
      <p:sp>
        <p:nvSpPr>
          <p:cNvPr id="5" name="rail0"/>
          <p:cNvSpPr/>
          <p:nvPr/>
        </p:nvSpPr>
        <p:spPr>
          <a:xfrm>
            <a:off x="685800" y="6236208"/>
            <a:ext cx="402336" cy="64008"/>
          </a:xfrm>
          <a:prstGeom prst="roundRect">
            <a:avLst>
              <a:gd name="adj" fmla="val 50000"/>
            </a:avLst>
          </a:prstGeom>
          <a:solidFill>
            <a:srgbClr val="3A3F47"/>
          </a:solidFill>
          <a:ln/>
        </p:spPr>
      </p:sp>
      <p:sp>
        <p:nvSpPr>
          <p:cNvPr id="6" name="rail1"/>
          <p:cNvSpPr/>
          <p:nvPr/>
        </p:nvSpPr>
        <p:spPr>
          <a:xfrm>
            <a:off x="1197864" y="6236208"/>
            <a:ext cx="402336" cy="64008"/>
          </a:xfrm>
          <a:prstGeom prst="roundRect">
            <a:avLst>
              <a:gd name="adj" fmla="val 50000"/>
            </a:avLst>
          </a:prstGeom>
          <a:solidFill>
            <a:srgbClr val="3A3F47"/>
          </a:solidFill>
          <a:ln/>
        </p:spPr>
      </p:sp>
      <p:sp>
        <p:nvSpPr>
          <p:cNvPr id="7" name="rail2"/>
          <p:cNvSpPr/>
          <p:nvPr/>
        </p:nvSpPr>
        <p:spPr>
          <a:xfrm>
            <a:off x="1709928" y="6236208"/>
            <a:ext cx="402336" cy="64008"/>
          </a:xfrm>
          <a:prstGeom prst="roundRect">
            <a:avLst>
              <a:gd name="adj" fmla="val 50000"/>
            </a:avLst>
          </a:prstGeom>
          <a:solidFill>
            <a:srgbClr val="9B6BF2"/>
          </a:solidFill>
          <a:ln/>
        </p:spPr>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par>
                          <p:cTn id="10" presetID="10" presetClass="entr" presetSubtype="0" fill="hold" grpId="0" nodeType="withEffect">
                            <p:stCondLst>
                              <p:cond delay="44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chromeDot"/>
          <p:cNvSpPr/>
          <p:nvPr/>
        </p:nvSpPr>
        <p:spPr>
          <a:xfrm>
            <a:off x="685800" y="438912"/>
            <a:ext cx="329184" cy="329184"/>
          </a:xfrm>
          <a:prstGeom prst="ellipse">
            <a:avLst/>
          </a:prstGeom>
          <a:solidFill>
            <a:srgbClr val="6D28D9"/>
          </a:solidFill>
          <a:ln/>
        </p:spPr>
      </p:sp>
      <p:sp>
        <p:nvSpPr>
          <p:cNvPr id="3" name="chromeNum"/>
          <p:cNvSpPr txBox="1"/>
          <p:nvPr/>
        </p:nvSpPr>
        <p:spPr>
          <a:xfrm>
            <a:off x="685800" y="43891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III</a:t>
            </a:r>
            <a:endParaRPr lang="en-US" sz="1200" dirty="0"/>
          </a:p>
        </p:txBody>
      </p:sp>
      <p:sp>
        <p:nvSpPr>
          <p:cNvPr id="4" name="chromeLabel"/>
          <p:cNvSpPr txBox="1"/>
          <p:nvPr/>
        </p:nvSpPr>
        <p:spPr>
          <a:xfrm>
            <a:off x="1115568" y="438912"/>
            <a:ext cx="5486400" cy="329184"/>
          </a:xfrm>
          <a:prstGeom prst="rect">
            <a:avLst/>
          </a:prstGeom>
          <a:noFill/>
          <a:ln/>
        </p:spPr>
        <p:txBody>
          <a:bodyPr wrap="square" lIns="0" tIns="0" rIns="0" bIns="0" rtlCol="0" anchor="ctr"/>
          <a:lstStyle/>
          <a:p>
            <a:pPr marL="0" indent="0">
              <a:buNone/>
            </a:pPr>
            <a:r>
              <a:rPr lang="en-US" sz="1050" b="1" kern="0" spc="260" dirty="0">
                <a:solidFill>
                  <a:srgbClr val="6D28D9"/>
                </a:solidFill>
                <a:latin typeface="Segoe UI" pitchFamily="34" charset="0"/>
                <a:ea typeface="Segoe UI" pitchFamily="34" charset="-122"/>
                <a:cs typeface="Segoe UI" pitchFamily="34" charset="-120"/>
              </a:rPr>
              <a:t>FEATURES</a:t>
            </a:r>
            <a:endParaRPr lang="en-US" sz="1050" dirty="0"/>
          </a:p>
        </p:txBody>
      </p:sp>
      <p:sp>
        <p:nvSpPr>
          <p:cNvPr id="5" name="rail0"/>
          <p:cNvSpPr/>
          <p:nvPr/>
        </p:nvSpPr>
        <p:spPr>
          <a:xfrm>
            <a:off x="685800" y="6236208"/>
            <a:ext cx="402336" cy="64008"/>
          </a:xfrm>
          <a:prstGeom prst="roundRect">
            <a:avLst>
              <a:gd name="adj" fmla="val 50000"/>
            </a:avLst>
          </a:prstGeom>
          <a:solidFill>
            <a:srgbClr val="DCDEE3"/>
          </a:solidFill>
          <a:ln/>
        </p:spPr>
      </p:sp>
      <p:sp>
        <p:nvSpPr>
          <p:cNvPr id="6" name="rail1"/>
          <p:cNvSpPr/>
          <p:nvPr/>
        </p:nvSpPr>
        <p:spPr>
          <a:xfrm>
            <a:off x="1197864" y="6236208"/>
            <a:ext cx="402336" cy="64008"/>
          </a:xfrm>
          <a:prstGeom prst="roundRect">
            <a:avLst>
              <a:gd name="adj" fmla="val 50000"/>
            </a:avLst>
          </a:prstGeom>
          <a:solidFill>
            <a:srgbClr val="DCDEE3"/>
          </a:solidFill>
          <a:ln/>
        </p:spPr>
      </p:sp>
      <p:sp>
        <p:nvSpPr>
          <p:cNvPr id="7" name="rail2"/>
          <p:cNvSpPr/>
          <p:nvPr/>
        </p:nvSpPr>
        <p:spPr>
          <a:xfrm>
            <a:off x="1709928" y="6236208"/>
            <a:ext cx="402336" cy="64008"/>
          </a:xfrm>
          <a:prstGeom prst="roundRect">
            <a:avLst>
              <a:gd name="adj" fmla="val 50000"/>
            </a:avLst>
          </a:prstGeom>
          <a:solidFill>
            <a:srgbClr val="6D28D9"/>
          </a:solidFill>
          <a:ln/>
        </p:spPr>
      </p:sp>
      <p:sp>
        <p:nvSpPr>
          <p:cNvPr id="8" name="chromePage"/>
          <p:cNvSpPr txBox="1"/>
          <p:nvPr/>
        </p:nvSpPr>
        <p:spPr>
          <a:xfrm>
            <a:off x="10241280" y="6089904"/>
            <a:ext cx="1280160" cy="365760"/>
          </a:xfrm>
          <a:prstGeom prst="rect">
            <a:avLst/>
          </a:prstGeom>
          <a:noFill/>
          <a:ln/>
        </p:spPr>
        <p:txBody>
          <a:bodyPr wrap="square" lIns="0" tIns="0" rIns="0" bIns="0" rtlCol="0" anchor="ctr"/>
          <a:lstStyle/>
          <a:p>
            <a:pPr marL="0" indent="0" algn="r">
              <a:buNone/>
            </a:pPr>
            <a:r>
              <a:rPr lang="en-US" sz="1050" b="1" kern="0" spc="120" dirty="0">
                <a:solidFill>
                  <a:srgbClr val="3C4450"/>
                </a:solidFill>
                <a:latin typeface="Segoe UI" pitchFamily="34" charset="0"/>
                <a:ea typeface="Segoe UI" pitchFamily="34" charset="-122"/>
                <a:cs typeface="Segoe UI" pitchFamily="34" charset="-120"/>
              </a:rPr>
              <a:t>16</a:t>
            </a:r>
            <a:r>
              <a:rPr lang="en-US" sz="1050" kern="0" spc="120" dirty="0">
                <a:solidFill>
                  <a:srgbClr val="B6BDC8"/>
                </a:solidFill>
                <a:latin typeface="Segoe UI" pitchFamily="34" charset="0"/>
                <a:ea typeface="Segoe UI" pitchFamily="34" charset="-122"/>
                <a:cs typeface="Segoe UI" pitchFamily="34" charset="-120"/>
              </a:rPr>
              <a:t>  / 20</a:t>
            </a:r>
            <a:endParaRPr lang="en-US" sz="1050" dirty="0"/>
          </a:p>
        </p:txBody>
      </p:sp>
      <p:sp>
        <p:nvSpPr>
          <p:cNvPr id="9" name="s16_anim001"/>
          <p:cNvSpPr txBox="1"/>
          <p:nvPr/>
        </p:nvSpPr>
        <p:spPr>
          <a:xfrm>
            <a:off x="731520" y="1078992"/>
            <a:ext cx="10725912" cy="822960"/>
          </a:xfrm>
          <a:prstGeom prst="rect">
            <a:avLst/>
          </a:prstGeom>
          <a:noFill/>
          <a:ln/>
        </p:spPr>
        <p:txBody>
          <a:bodyPr wrap="square" lIns="0" tIns="0" rIns="0" bIns="0" rtlCol="0" anchor="ctr"/>
          <a:lstStyle/>
          <a:p>
            <a:pPr marL="0" indent="0" algn="ctr">
              <a:buNone/>
            </a:pPr>
            <a:r>
              <a:rPr lang="en-US" sz="3400" b="1" dirty="0">
                <a:solidFill>
                  <a:srgbClr val="15181D"/>
                </a:solidFill>
                <a:latin typeface="Segoe UI" pitchFamily="34" charset="0"/>
                <a:ea typeface="Segoe UI" pitchFamily="34" charset="-122"/>
                <a:cs typeface="Segoe UI" pitchFamily="34" charset="-120"/>
              </a:rPr>
              <a:t>Annotation-driven lifecycle</a:t>
            </a:r>
            <a:endParaRPr lang="en-US" sz="3400" dirty="0"/>
          </a:p>
        </p:txBody>
      </p:sp>
      <p:sp>
        <p:nvSpPr>
          <p:cNvPr id="10" name="s16_anim002"/>
          <p:cNvSpPr/>
          <p:nvPr/>
        </p:nvSpPr>
        <p:spPr>
          <a:xfrm>
            <a:off x="298552" y="2212848"/>
            <a:ext cx="1207008" cy="475488"/>
          </a:xfrm>
          <a:prstGeom prst="roundRect">
            <a:avLst>
              <a:gd name="adj" fmla="val 50000"/>
            </a:avLst>
          </a:prstGeom>
          <a:solidFill>
            <a:srgbClr val="6D28D9"/>
          </a:solidFill>
          <a:ln w="12700">
            <a:solidFill>
              <a:srgbClr val="6D28D9"/>
            </a:solidFill>
            <a:prstDash val="solid"/>
          </a:ln>
        </p:spPr>
      </p:sp>
      <p:sp>
        <p:nvSpPr>
          <p:cNvPr id="11" name="s16_anim002"/>
          <p:cNvSpPr txBox="1"/>
          <p:nvPr/>
        </p:nvSpPr>
        <p:spPr>
          <a:xfrm>
            <a:off x="298552" y="2212848"/>
            <a:ext cx="1207008" cy="475488"/>
          </a:xfrm>
          <a:prstGeom prst="rect">
            <a:avLst/>
          </a:prstGeom>
          <a:noFill/>
          <a:ln/>
        </p:spPr>
        <p:txBody>
          <a:bodyPr wrap="square" lIns="0" tIns="0" rIns="0" bIns="0" rtlCol="0" anchor="ctr"/>
          <a:lstStyle/>
          <a:p>
            <a:pPr marL="0" indent="0" algn="ctr">
              <a:buNone/>
            </a:pPr>
            <a:r>
              <a:rPr lang="en-US" sz="1000" dirty="0">
                <a:solidFill>
                  <a:srgbClr val="FFFFFF"/>
                </a:solidFill>
                <a:latin typeface="Consolas" pitchFamily="34" charset="0"/>
                <a:ea typeface="Consolas" pitchFamily="34" charset="-122"/>
                <a:cs typeface="Consolas" pitchFamily="34" charset="-120"/>
              </a:rPr>
              <a:t>@BeforeSuite</a:t>
            </a:r>
            <a:endParaRPr lang="en-US" sz="1000" dirty="0"/>
          </a:p>
        </p:txBody>
      </p:sp>
      <p:sp>
        <p:nvSpPr>
          <p:cNvPr id="12" name="s16_anim002"/>
          <p:cNvSpPr/>
          <p:nvPr/>
        </p:nvSpPr>
        <p:spPr>
          <a:xfrm>
            <a:off x="1597000" y="2212848"/>
            <a:ext cx="1207008" cy="475488"/>
          </a:xfrm>
          <a:prstGeom prst="roundRect">
            <a:avLst>
              <a:gd name="adj" fmla="val 50000"/>
            </a:avLst>
          </a:prstGeom>
          <a:solidFill>
            <a:srgbClr val="FFFFFF"/>
          </a:solidFill>
          <a:ln w="12700">
            <a:solidFill>
              <a:srgbClr val="E6E9EF"/>
            </a:solidFill>
            <a:prstDash val="solid"/>
          </a:ln>
        </p:spPr>
      </p:sp>
      <p:sp>
        <p:nvSpPr>
          <p:cNvPr id="13" name="s16_anim002"/>
          <p:cNvSpPr txBox="1"/>
          <p:nvPr/>
        </p:nvSpPr>
        <p:spPr>
          <a:xfrm>
            <a:off x="1597000" y="2212848"/>
            <a:ext cx="1207008" cy="475488"/>
          </a:xfrm>
          <a:prstGeom prst="rect">
            <a:avLst/>
          </a:prstGeom>
          <a:noFill/>
          <a:ln/>
        </p:spPr>
        <p:txBody>
          <a:bodyPr wrap="square" lIns="0" tIns="0" rIns="0" bIns="0" rtlCol="0" anchor="ctr"/>
          <a:lstStyle/>
          <a:p>
            <a:pPr marL="0" indent="0" algn="ctr">
              <a:buNone/>
            </a:pPr>
            <a:r>
              <a:rPr lang="en-US" sz="1000" dirty="0">
                <a:solidFill>
                  <a:srgbClr val="3C4450"/>
                </a:solidFill>
                <a:latin typeface="Consolas" pitchFamily="34" charset="0"/>
                <a:ea typeface="Consolas" pitchFamily="34" charset="-122"/>
                <a:cs typeface="Consolas" pitchFamily="34" charset="-120"/>
              </a:rPr>
              <a:t>@BeforeTest</a:t>
            </a:r>
            <a:endParaRPr lang="en-US" sz="1000" dirty="0"/>
          </a:p>
        </p:txBody>
      </p:sp>
      <p:sp>
        <p:nvSpPr>
          <p:cNvPr id="14" name="s16_anim002"/>
          <p:cNvSpPr/>
          <p:nvPr/>
        </p:nvSpPr>
        <p:spPr>
          <a:xfrm>
            <a:off x="2895448" y="2212848"/>
            <a:ext cx="1207008" cy="475488"/>
          </a:xfrm>
          <a:prstGeom prst="roundRect">
            <a:avLst>
              <a:gd name="adj" fmla="val 50000"/>
            </a:avLst>
          </a:prstGeom>
          <a:solidFill>
            <a:srgbClr val="FFFFFF"/>
          </a:solidFill>
          <a:ln w="12700">
            <a:solidFill>
              <a:srgbClr val="E6E9EF"/>
            </a:solidFill>
            <a:prstDash val="solid"/>
          </a:ln>
        </p:spPr>
      </p:sp>
      <p:sp>
        <p:nvSpPr>
          <p:cNvPr id="15" name="s16_anim002"/>
          <p:cNvSpPr txBox="1"/>
          <p:nvPr/>
        </p:nvSpPr>
        <p:spPr>
          <a:xfrm>
            <a:off x="2895448" y="2212848"/>
            <a:ext cx="1207008" cy="475488"/>
          </a:xfrm>
          <a:prstGeom prst="rect">
            <a:avLst/>
          </a:prstGeom>
          <a:noFill/>
          <a:ln/>
        </p:spPr>
        <p:txBody>
          <a:bodyPr wrap="square" lIns="0" tIns="0" rIns="0" bIns="0" rtlCol="0" anchor="ctr"/>
          <a:lstStyle/>
          <a:p>
            <a:pPr marL="0" indent="0" algn="ctr">
              <a:buNone/>
            </a:pPr>
            <a:r>
              <a:rPr lang="en-US" sz="1000" dirty="0">
                <a:solidFill>
                  <a:srgbClr val="3C4450"/>
                </a:solidFill>
                <a:latin typeface="Consolas" pitchFamily="34" charset="0"/>
                <a:ea typeface="Consolas" pitchFamily="34" charset="-122"/>
                <a:cs typeface="Consolas" pitchFamily="34" charset="-120"/>
              </a:rPr>
              <a:t>@BeforeClass</a:t>
            </a:r>
            <a:endParaRPr lang="en-US" sz="1000" dirty="0"/>
          </a:p>
        </p:txBody>
      </p:sp>
      <p:sp>
        <p:nvSpPr>
          <p:cNvPr id="16" name="s16_anim002"/>
          <p:cNvSpPr/>
          <p:nvPr/>
        </p:nvSpPr>
        <p:spPr>
          <a:xfrm>
            <a:off x="4193896" y="2212848"/>
            <a:ext cx="1207008" cy="475488"/>
          </a:xfrm>
          <a:prstGeom prst="roundRect">
            <a:avLst>
              <a:gd name="adj" fmla="val 50000"/>
            </a:avLst>
          </a:prstGeom>
          <a:solidFill>
            <a:srgbClr val="FFFFFF"/>
          </a:solidFill>
          <a:ln w="12700">
            <a:solidFill>
              <a:srgbClr val="E6E9EF"/>
            </a:solidFill>
            <a:prstDash val="solid"/>
          </a:ln>
        </p:spPr>
      </p:sp>
      <p:sp>
        <p:nvSpPr>
          <p:cNvPr id="17" name="s16_anim002"/>
          <p:cNvSpPr txBox="1"/>
          <p:nvPr/>
        </p:nvSpPr>
        <p:spPr>
          <a:xfrm>
            <a:off x="4193896" y="2212848"/>
            <a:ext cx="1207008" cy="475488"/>
          </a:xfrm>
          <a:prstGeom prst="rect">
            <a:avLst/>
          </a:prstGeom>
          <a:noFill/>
          <a:ln/>
        </p:spPr>
        <p:txBody>
          <a:bodyPr wrap="square" lIns="0" tIns="0" rIns="0" bIns="0" rtlCol="0" anchor="ctr"/>
          <a:lstStyle/>
          <a:p>
            <a:pPr marL="0" indent="0" algn="ctr">
              <a:buNone/>
            </a:pPr>
            <a:r>
              <a:rPr lang="en-US" sz="1000" dirty="0">
                <a:solidFill>
                  <a:srgbClr val="3C4450"/>
                </a:solidFill>
                <a:latin typeface="Consolas" pitchFamily="34" charset="0"/>
                <a:ea typeface="Consolas" pitchFamily="34" charset="-122"/>
                <a:cs typeface="Consolas" pitchFamily="34" charset="-120"/>
              </a:rPr>
              <a:t>@BeforeMethod</a:t>
            </a:r>
            <a:endParaRPr lang="en-US" sz="1000" dirty="0"/>
          </a:p>
        </p:txBody>
      </p:sp>
      <p:sp>
        <p:nvSpPr>
          <p:cNvPr id="18" name="s16_anim002"/>
          <p:cNvSpPr/>
          <p:nvPr/>
        </p:nvSpPr>
        <p:spPr>
          <a:xfrm>
            <a:off x="5492344" y="2212848"/>
            <a:ext cx="1207008" cy="475488"/>
          </a:xfrm>
          <a:prstGeom prst="roundRect">
            <a:avLst>
              <a:gd name="adj" fmla="val 50000"/>
            </a:avLst>
          </a:prstGeom>
          <a:solidFill>
            <a:srgbClr val="6D28D9"/>
          </a:solidFill>
          <a:ln w="12700">
            <a:solidFill>
              <a:srgbClr val="6D28D9"/>
            </a:solidFill>
            <a:prstDash val="solid"/>
          </a:ln>
        </p:spPr>
      </p:sp>
      <p:sp>
        <p:nvSpPr>
          <p:cNvPr id="19" name="s16_anim002"/>
          <p:cNvSpPr txBox="1"/>
          <p:nvPr/>
        </p:nvSpPr>
        <p:spPr>
          <a:xfrm>
            <a:off x="5492344" y="2212848"/>
            <a:ext cx="1207008" cy="475488"/>
          </a:xfrm>
          <a:prstGeom prst="rect">
            <a:avLst/>
          </a:prstGeom>
          <a:noFill/>
          <a:ln/>
        </p:spPr>
        <p:txBody>
          <a:bodyPr wrap="square" lIns="0" tIns="0" rIns="0" bIns="0" rtlCol="0" anchor="ctr"/>
          <a:lstStyle/>
          <a:p>
            <a:pPr marL="0" indent="0" algn="ctr">
              <a:buNone/>
            </a:pPr>
            <a:r>
              <a:rPr lang="en-US" sz="1000" dirty="0">
                <a:solidFill>
                  <a:srgbClr val="FFFFFF"/>
                </a:solidFill>
                <a:latin typeface="Consolas" pitchFamily="34" charset="0"/>
                <a:ea typeface="Consolas" pitchFamily="34" charset="-122"/>
                <a:cs typeface="Consolas" pitchFamily="34" charset="-120"/>
              </a:rPr>
              <a:t>@Test</a:t>
            </a:r>
            <a:endParaRPr lang="en-US" sz="1000" dirty="0"/>
          </a:p>
        </p:txBody>
      </p:sp>
      <p:sp>
        <p:nvSpPr>
          <p:cNvPr id="20" name="s16_anim002"/>
          <p:cNvSpPr/>
          <p:nvPr/>
        </p:nvSpPr>
        <p:spPr>
          <a:xfrm>
            <a:off x="6790792" y="2212848"/>
            <a:ext cx="1207008" cy="475488"/>
          </a:xfrm>
          <a:prstGeom prst="roundRect">
            <a:avLst>
              <a:gd name="adj" fmla="val 50000"/>
            </a:avLst>
          </a:prstGeom>
          <a:solidFill>
            <a:srgbClr val="FFFFFF"/>
          </a:solidFill>
          <a:ln w="12700">
            <a:solidFill>
              <a:srgbClr val="E6E9EF"/>
            </a:solidFill>
            <a:prstDash val="solid"/>
          </a:ln>
        </p:spPr>
      </p:sp>
      <p:sp>
        <p:nvSpPr>
          <p:cNvPr id="21" name="s16_anim002"/>
          <p:cNvSpPr txBox="1"/>
          <p:nvPr/>
        </p:nvSpPr>
        <p:spPr>
          <a:xfrm>
            <a:off x="6790792" y="2212848"/>
            <a:ext cx="1207008" cy="475488"/>
          </a:xfrm>
          <a:prstGeom prst="rect">
            <a:avLst/>
          </a:prstGeom>
          <a:noFill/>
          <a:ln/>
        </p:spPr>
        <p:txBody>
          <a:bodyPr wrap="square" lIns="0" tIns="0" rIns="0" bIns="0" rtlCol="0" anchor="ctr"/>
          <a:lstStyle/>
          <a:p>
            <a:pPr marL="0" indent="0" algn="ctr">
              <a:buNone/>
            </a:pPr>
            <a:r>
              <a:rPr lang="en-US" sz="1000" dirty="0">
                <a:solidFill>
                  <a:srgbClr val="3C4450"/>
                </a:solidFill>
                <a:latin typeface="Consolas" pitchFamily="34" charset="0"/>
                <a:ea typeface="Consolas" pitchFamily="34" charset="-122"/>
                <a:cs typeface="Consolas" pitchFamily="34" charset="-120"/>
              </a:rPr>
              <a:t>@AfterMethod</a:t>
            </a:r>
            <a:endParaRPr lang="en-US" sz="1000" dirty="0"/>
          </a:p>
        </p:txBody>
      </p:sp>
      <p:sp>
        <p:nvSpPr>
          <p:cNvPr id="22" name="s16_anim002"/>
          <p:cNvSpPr/>
          <p:nvPr/>
        </p:nvSpPr>
        <p:spPr>
          <a:xfrm>
            <a:off x="8089240" y="2212848"/>
            <a:ext cx="1207008" cy="475488"/>
          </a:xfrm>
          <a:prstGeom prst="roundRect">
            <a:avLst>
              <a:gd name="adj" fmla="val 50000"/>
            </a:avLst>
          </a:prstGeom>
          <a:solidFill>
            <a:srgbClr val="FFFFFF"/>
          </a:solidFill>
          <a:ln w="12700">
            <a:solidFill>
              <a:srgbClr val="E6E9EF"/>
            </a:solidFill>
            <a:prstDash val="solid"/>
          </a:ln>
        </p:spPr>
      </p:sp>
      <p:sp>
        <p:nvSpPr>
          <p:cNvPr id="23" name="s16_anim002"/>
          <p:cNvSpPr txBox="1"/>
          <p:nvPr/>
        </p:nvSpPr>
        <p:spPr>
          <a:xfrm>
            <a:off x="8089240" y="2212848"/>
            <a:ext cx="1207008" cy="475488"/>
          </a:xfrm>
          <a:prstGeom prst="rect">
            <a:avLst/>
          </a:prstGeom>
          <a:noFill/>
          <a:ln/>
        </p:spPr>
        <p:txBody>
          <a:bodyPr wrap="square" lIns="0" tIns="0" rIns="0" bIns="0" rtlCol="0" anchor="ctr"/>
          <a:lstStyle/>
          <a:p>
            <a:pPr marL="0" indent="0" algn="ctr">
              <a:buNone/>
            </a:pPr>
            <a:r>
              <a:rPr lang="en-US" sz="1000" dirty="0">
                <a:solidFill>
                  <a:srgbClr val="3C4450"/>
                </a:solidFill>
                <a:latin typeface="Consolas" pitchFamily="34" charset="0"/>
                <a:ea typeface="Consolas" pitchFamily="34" charset="-122"/>
                <a:cs typeface="Consolas" pitchFamily="34" charset="-120"/>
              </a:rPr>
              <a:t>@AfterClass</a:t>
            </a:r>
            <a:endParaRPr lang="en-US" sz="1000" dirty="0"/>
          </a:p>
        </p:txBody>
      </p:sp>
      <p:sp>
        <p:nvSpPr>
          <p:cNvPr id="24" name="s16_anim002"/>
          <p:cNvSpPr/>
          <p:nvPr/>
        </p:nvSpPr>
        <p:spPr>
          <a:xfrm>
            <a:off x="9387688" y="2212848"/>
            <a:ext cx="1207008" cy="475488"/>
          </a:xfrm>
          <a:prstGeom prst="roundRect">
            <a:avLst>
              <a:gd name="adj" fmla="val 50000"/>
            </a:avLst>
          </a:prstGeom>
          <a:solidFill>
            <a:srgbClr val="FFFFFF"/>
          </a:solidFill>
          <a:ln w="12700">
            <a:solidFill>
              <a:srgbClr val="E6E9EF"/>
            </a:solidFill>
            <a:prstDash val="solid"/>
          </a:ln>
        </p:spPr>
      </p:sp>
      <p:sp>
        <p:nvSpPr>
          <p:cNvPr id="25" name="s16_anim002"/>
          <p:cNvSpPr txBox="1"/>
          <p:nvPr/>
        </p:nvSpPr>
        <p:spPr>
          <a:xfrm>
            <a:off x="9387688" y="2212848"/>
            <a:ext cx="1207008" cy="475488"/>
          </a:xfrm>
          <a:prstGeom prst="rect">
            <a:avLst/>
          </a:prstGeom>
          <a:noFill/>
          <a:ln/>
        </p:spPr>
        <p:txBody>
          <a:bodyPr wrap="square" lIns="0" tIns="0" rIns="0" bIns="0" rtlCol="0" anchor="ctr"/>
          <a:lstStyle/>
          <a:p>
            <a:pPr marL="0" indent="0" algn="ctr">
              <a:buNone/>
            </a:pPr>
            <a:r>
              <a:rPr lang="en-US" sz="1000" dirty="0">
                <a:solidFill>
                  <a:srgbClr val="3C4450"/>
                </a:solidFill>
                <a:latin typeface="Consolas" pitchFamily="34" charset="0"/>
                <a:ea typeface="Consolas" pitchFamily="34" charset="-122"/>
                <a:cs typeface="Consolas" pitchFamily="34" charset="-120"/>
              </a:rPr>
              <a:t>@AfterTest</a:t>
            </a:r>
            <a:endParaRPr lang="en-US" sz="1000" dirty="0"/>
          </a:p>
        </p:txBody>
      </p:sp>
      <p:sp>
        <p:nvSpPr>
          <p:cNvPr id="26" name="s16_anim002"/>
          <p:cNvSpPr/>
          <p:nvPr/>
        </p:nvSpPr>
        <p:spPr>
          <a:xfrm>
            <a:off x="10686136" y="2212848"/>
            <a:ext cx="1207008" cy="475488"/>
          </a:xfrm>
          <a:prstGeom prst="roundRect">
            <a:avLst>
              <a:gd name="adj" fmla="val 50000"/>
            </a:avLst>
          </a:prstGeom>
          <a:solidFill>
            <a:srgbClr val="6D28D9"/>
          </a:solidFill>
          <a:ln w="12700">
            <a:solidFill>
              <a:srgbClr val="6D28D9"/>
            </a:solidFill>
            <a:prstDash val="solid"/>
          </a:ln>
        </p:spPr>
      </p:sp>
      <p:sp>
        <p:nvSpPr>
          <p:cNvPr id="27" name="s16_anim002"/>
          <p:cNvSpPr txBox="1"/>
          <p:nvPr/>
        </p:nvSpPr>
        <p:spPr>
          <a:xfrm>
            <a:off x="10686136" y="2212848"/>
            <a:ext cx="1207008" cy="475488"/>
          </a:xfrm>
          <a:prstGeom prst="rect">
            <a:avLst/>
          </a:prstGeom>
          <a:noFill/>
          <a:ln/>
        </p:spPr>
        <p:txBody>
          <a:bodyPr wrap="square" lIns="0" tIns="0" rIns="0" bIns="0" rtlCol="0" anchor="ctr"/>
          <a:lstStyle/>
          <a:p>
            <a:pPr marL="0" indent="0" algn="ctr">
              <a:buNone/>
            </a:pPr>
            <a:r>
              <a:rPr lang="en-US" sz="1000" dirty="0">
                <a:solidFill>
                  <a:srgbClr val="FFFFFF"/>
                </a:solidFill>
                <a:latin typeface="Consolas" pitchFamily="34" charset="0"/>
                <a:ea typeface="Consolas" pitchFamily="34" charset="-122"/>
                <a:cs typeface="Consolas" pitchFamily="34" charset="-120"/>
              </a:rPr>
              <a:t>@AfterSuite</a:t>
            </a:r>
            <a:endParaRPr lang="en-US" sz="1000" dirty="0"/>
          </a:p>
        </p:txBody>
      </p:sp>
      <p:sp>
        <p:nvSpPr>
          <p:cNvPr id="28" name="s16_anim003"/>
          <p:cNvSpPr/>
          <p:nvPr/>
        </p:nvSpPr>
        <p:spPr>
          <a:xfrm>
            <a:off x="572872" y="3154680"/>
            <a:ext cx="2514600" cy="1508760"/>
          </a:xfrm>
          <a:prstGeom prst="roundRect">
            <a:avLst>
              <a:gd name="adj" fmla="val 7879"/>
            </a:avLst>
          </a:prstGeom>
          <a:solidFill>
            <a:srgbClr val="F7F8FA"/>
          </a:solidFill>
          <a:ln w="12700">
            <a:solidFill>
              <a:srgbClr val="E6E9EF"/>
            </a:solidFill>
            <a:prstDash val="solid"/>
          </a:ln>
          <a:effectLst>
            <a:outerShdw blurRad="177800" dist="38100" dir="5400000" algn="bl" rotWithShape="0">
              <a:srgbClr val="101C28">
                <a:alpha val="9000"/>
              </a:srgbClr>
            </a:outerShdw>
          </a:effectLst>
        </p:spPr>
      </p:sp>
      <p:sp>
        <p:nvSpPr>
          <p:cNvPr id="29" name="s16_anim003"/>
          <p:cNvSpPr txBox="1"/>
          <p:nvPr/>
        </p:nvSpPr>
        <p:spPr>
          <a:xfrm>
            <a:off x="865480" y="3429000"/>
            <a:ext cx="1929384" cy="365760"/>
          </a:xfrm>
          <a:prstGeom prst="rect">
            <a:avLst/>
          </a:prstGeom>
          <a:noFill/>
          <a:ln/>
        </p:spPr>
        <p:txBody>
          <a:bodyPr wrap="square" lIns="0" tIns="0" rIns="0" bIns="0" rtlCol="0" anchor="ctr"/>
          <a:lstStyle/>
          <a:p>
            <a:pPr marL="0" indent="0">
              <a:buNone/>
            </a:pPr>
            <a:r>
              <a:rPr lang="en-US" sz="1600" b="1" dirty="0">
                <a:solidFill>
                  <a:srgbClr val="15181D"/>
                </a:solidFill>
                <a:latin typeface="Segoe UI" pitchFamily="34" charset="0"/>
                <a:ea typeface="Segoe UI" pitchFamily="34" charset="-122"/>
                <a:cs typeface="Segoe UI" pitchFamily="34" charset="-120"/>
              </a:rPr>
              <a:t>Groups</a:t>
            </a:r>
            <a:endParaRPr lang="en-US" sz="1600" dirty="0"/>
          </a:p>
        </p:txBody>
      </p:sp>
      <p:sp>
        <p:nvSpPr>
          <p:cNvPr id="30" name="s16_anim003"/>
          <p:cNvSpPr txBox="1"/>
          <p:nvPr/>
        </p:nvSpPr>
        <p:spPr>
          <a:xfrm>
            <a:off x="865480" y="3767328"/>
            <a:ext cx="1929384" cy="548640"/>
          </a:xfrm>
          <a:prstGeom prst="rect">
            <a:avLst/>
          </a:prstGeom>
          <a:noFill/>
          <a:ln/>
        </p:spPr>
        <p:txBody>
          <a:bodyPr wrap="square" lIns="0" tIns="0" rIns="0" bIns="0" rtlCol="0" anchor="ctr"/>
          <a:lstStyle/>
          <a:p>
            <a:pPr marL="0" indent="0">
              <a:lnSpc>
                <a:spcPts val="1700"/>
              </a:lnSpc>
              <a:buNone/>
            </a:pPr>
            <a:r>
              <a:rPr lang="en-US" sz="1150" dirty="0">
                <a:solidFill>
                  <a:srgbClr val="8A93A0"/>
                </a:solidFill>
                <a:latin typeface="Segoe UI" pitchFamily="34" charset="0"/>
                <a:ea typeface="Segoe UI" pitchFamily="34" charset="-122"/>
                <a:cs typeface="Segoe UI" pitchFamily="34" charset="-120"/>
              </a:rPr>
              <a:t>smoke · regression</a:t>
            </a:r>
            <a:endParaRPr lang="en-US" sz="1150" dirty="0"/>
          </a:p>
        </p:txBody>
      </p:sp>
      <p:sp>
        <p:nvSpPr>
          <p:cNvPr id="31" name="s16_anim004"/>
          <p:cNvSpPr/>
          <p:nvPr/>
        </p:nvSpPr>
        <p:spPr>
          <a:xfrm>
            <a:off x="3416656" y="3154680"/>
            <a:ext cx="2514600" cy="1508760"/>
          </a:xfrm>
          <a:prstGeom prst="roundRect">
            <a:avLst>
              <a:gd name="adj" fmla="val 7879"/>
            </a:avLst>
          </a:prstGeom>
          <a:solidFill>
            <a:srgbClr val="F7F8FA"/>
          </a:solidFill>
          <a:ln w="12700">
            <a:solidFill>
              <a:srgbClr val="E6E9EF"/>
            </a:solidFill>
            <a:prstDash val="solid"/>
          </a:ln>
          <a:effectLst>
            <a:outerShdw blurRad="177800" dist="38100" dir="5400000" algn="bl" rotWithShape="0">
              <a:srgbClr val="101C28">
                <a:alpha val="9000"/>
              </a:srgbClr>
            </a:outerShdw>
          </a:effectLst>
        </p:spPr>
      </p:sp>
      <p:sp>
        <p:nvSpPr>
          <p:cNvPr id="32" name="s16_anim004"/>
          <p:cNvSpPr txBox="1"/>
          <p:nvPr/>
        </p:nvSpPr>
        <p:spPr>
          <a:xfrm>
            <a:off x="3709264" y="3429000"/>
            <a:ext cx="1929384" cy="365760"/>
          </a:xfrm>
          <a:prstGeom prst="rect">
            <a:avLst/>
          </a:prstGeom>
          <a:noFill/>
          <a:ln/>
        </p:spPr>
        <p:txBody>
          <a:bodyPr wrap="square" lIns="0" tIns="0" rIns="0" bIns="0" rtlCol="0" anchor="ctr"/>
          <a:lstStyle/>
          <a:p>
            <a:pPr marL="0" indent="0">
              <a:buNone/>
            </a:pPr>
            <a:r>
              <a:rPr lang="en-US" sz="1600" b="1" dirty="0">
                <a:solidFill>
                  <a:srgbClr val="15181D"/>
                </a:solidFill>
                <a:latin typeface="Segoe UI" pitchFamily="34" charset="0"/>
                <a:ea typeface="Segoe UI" pitchFamily="34" charset="-122"/>
                <a:cs typeface="Segoe UI" pitchFamily="34" charset="-120"/>
              </a:rPr>
              <a:t>@DataProvider</a:t>
            </a:r>
            <a:endParaRPr lang="en-US" sz="1600" dirty="0"/>
          </a:p>
        </p:txBody>
      </p:sp>
      <p:sp>
        <p:nvSpPr>
          <p:cNvPr id="33" name="s16_anim004"/>
          <p:cNvSpPr txBox="1"/>
          <p:nvPr/>
        </p:nvSpPr>
        <p:spPr>
          <a:xfrm>
            <a:off x="3709264" y="3767328"/>
            <a:ext cx="1929384" cy="548640"/>
          </a:xfrm>
          <a:prstGeom prst="rect">
            <a:avLst/>
          </a:prstGeom>
          <a:noFill/>
          <a:ln/>
        </p:spPr>
        <p:txBody>
          <a:bodyPr wrap="square" lIns="0" tIns="0" rIns="0" bIns="0" rtlCol="0" anchor="ctr"/>
          <a:lstStyle/>
          <a:p>
            <a:pPr marL="0" indent="0">
              <a:lnSpc>
                <a:spcPts val="1700"/>
              </a:lnSpc>
              <a:buNone/>
            </a:pPr>
            <a:r>
              <a:rPr lang="en-US" sz="1150" dirty="0">
                <a:solidFill>
                  <a:srgbClr val="8A93A0"/>
                </a:solidFill>
                <a:latin typeface="Segoe UI" pitchFamily="34" charset="0"/>
                <a:ea typeface="Segoe UI" pitchFamily="34" charset="-122"/>
                <a:cs typeface="Segoe UI" pitchFamily="34" charset="-120"/>
              </a:rPr>
              <a:t>one test, many datasets</a:t>
            </a:r>
            <a:endParaRPr lang="en-US" sz="1150" dirty="0"/>
          </a:p>
        </p:txBody>
      </p:sp>
      <p:sp>
        <p:nvSpPr>
          <p:cNvPr id="34" name="s16_anim005"/>
          <p:cNvSpPr/>
          <p:nvPr/>
        </p:nvSpPr>
        <p:spPr>
          <a:xfrm>
            <a:off x="6260440" y="3154680"/>
            <a:ext cx="2514600" cy="1508760"/>
          </a:xfrm>
          <a:prstGeom prst="roundRect">
            <a:avLst>
              <a:gd name="adj" fmla="val 7879"/>
            </a:avLst>
          </a:prstGeom>
          <a:solidFill>
            <a:srgbClr val="F7F8FA"/>
          </a:solidFill>
          <a:ln w="12700">
            <a:solidFill>
              <a:srgbClr val="E6E9EF"/>
            </a:solidFill>
            <a:prstDash val="solid"/>
          </a:ln>
          <a:effectLst>
            <a:outerShdw blurRad="177800" dist="38100" dir="5400000" algn="bl" rotWithShape="0">
              <a:srgbClr val="101C28">
                <a:alpha val="9000"/>
              </a:srgbClr>
            </a:outerShdw>
          </a:effectLst>
        </p:spPr>
      </p:sp>
      <p:sp>
        <p:nvSpPr>
          <p:cNvPr id="35" name="s16_anim005"/>
          <p:cNvSpPr txBox="1"/>
          <p:nvPr/>
        </p:nvSpPr>
        <p:spPr>
          <a:xfrm>
            <a:off x="6553048" y="3429000"/>
            <a:ext cx="1929384" cy="365760"/>
          </a:xfrm>
          <a:prstGeom prst="rect">
            <a:avLst/>
          </a:prstGeom>
          <a:noFill/>
          <a:ln/>
        </p:spPr>
        <p:txBody>
          <a:bodyPr wrap="square" lIns="0" tIns="0" rIns="0" bIns="0" rtlCol="0" anchor="ctr"/>
          <a:lstStyle/>
          <a:p>
            <a:pPr marL="0" indent="0">
              <a:buNone/>
            </a:pPr>
            <a:r>
              <a:rPr lang="en-US" sz="1600" b="1" dirty="0">
                <a:solidFill>
                  <a:srgbClr val="15181D"/>
                </a:solidFill>
                <a:latin typeface="Segoe UI" pitchFamily="34" charset="0"/>
                <a:ea typeface="Segoe UI" pitchFamily="34" charset="-122"/>
                <a:cs typeface="Segoe UI" pitchFamily="34" charset="-120"/>
              </a:rPr>
              <a:t>@Factory</a:t>
            </a:r>
            <a:endParaRPr lang="en-US" sz="1600" dirty="0"/>
          </a:p>
        </p:txBody>
      </p:sp>
      <p:sp>
        <p:nvSpPr>
          <p:cNvPr id="36" name="s16_anim005"/>
          <p:cNvSpPr txBox="1"/>
          <p:nvPr/>
        </p:nvSpPr>
        <p:spPr>
          <a:xfrm>
            <a:off x="6553048" y="3767328"/>
            <a:ext cx="1929384" cy="548640"/>
          </a:xfrm>
          <a:prstGeom prst="rect">
            <a:avLst/>
          </a:prstGeom>
          <a:noFill/>
          <a:ln/>
        </p:spPr>
        <p:txBody>
          <a:bodyPr wrap="square" lIns="0" tIns="0" rIns="0" bIns="0" rtlCol="0" anchor="ctr"/>
          <a:lstStyle/>
          <a:p>
            <a:pPr marL="0" indent="0">
              <a:lnSpc>
                <a:spcPts val="1700"/>
              </a:lnSpc>
              <a:buNone/>
            </a:pPr>
            <a:r>
              <a:rPr lang="en-US" sz="1150" dirty="0">
                <a:solidFill>
                  <a:srgbClr val="8A93A0"/>
                </a:solidFill>
                <a:latin typeface="Segoe UI" pitchFamily="34" charset="0"/>
                <a:ea typeface="Segoe UI" pitchFamily="34" charset="-122"/>
                <a:cs typeface="Segoe UI" pitchFamily="34" charset="-120"/>
              </a:rPr>
              <a:t>many instances, one class</a:t>
            </a:r>
            <a:endParaRPr lang="en-US" sz="1150" dirty="0"/>
          </a:p>
        </p:txBody>
      </p:sp>
      <p:sp>
        <p:nvSpPr>
          <p:cNvPr id="37" name="s16_anim006"/>
          <p:cNvSpPr/>
          <p:nvPr/>
        </p:nvSpPr>
        <p:spPr>
          <a:xfrm>
            <a:off x="9104224" y="3154680"/>
            <a:ext cx="2514600" cy="1508760"/>
          </a:xfrm>
          <a:prstGeom prst="roundRect">
            <a:avLst>
              <a:gd name="adj" fmla="val 7879"/>
            </a:avLst>
          </a:prstGeom>
          <a:solidFill>
            <a:srgbClr val="F7F8FA"/>
          </a:solidFill>
          <a:ln w="12700">
            <a:solidFill>
              <a:srgbClr val="E6E9EF"/>
            </a:solidFill>
            <a:prstDash val="solid"/>
          </a:ln>
          <a:effectLst>
            <a:outerShdw blurRad="177800" dist="38100" dir="5400000" algn="bl" rotWithShape="0">
              <a:srgbClr val="101C28">
                <a:alpha val="9000"/>
              </a:srgbClr>
            </a:outerShdw>
          </a:effectLst>
        </p:spPr>
      </p:sp>
      <p:sp>
        <p:nvSpPr>
          <p:cNvPr id="38" name="s16_anim006"/>
          <p:cNvSpPr txBox="1"/>
          <p:nvPr/>
        </p:nvSpPr>
        <p:spPr>
          <a:xfrm>
            <a:off x="9396832" y="3429000"/>
            <a:ext cx="1929384" cy="365760"/>
          </a:xfrm>
          <a:prstGeom prst="rect">
            <a:avLst/>
          </a:prstGeom>
          <a:noFill/>
          <a:ln/>
        </p:spPr>
        <p:txBody>
          <a:bodyPr wrap="square" lIns="0" tIns="0" rIns="0" bIns="0" rtlCol="0" anchor="ctr"/>
          <a:lstStyle/>
          <a:p>
            <a:pPr marL="0" indent="0">
              <a:buNone/>
            </a:pPr>
            <a:r>
              <a:rPr lang="en-US" sz="1600" b="1" dirty="0">
                <a:solidFill>
                  <a:srgbClr val="15181D"/>
                </a:solidFill>
                <a:latin typeface="Segoe UI" pitchFamily="34" charset="0"/>
                <a:ea typeface="Segoe UI" pitchFamily="34" charset="-122"/>
                <a:cs typeface="Segoe UI" pitchFamily="34" charset="-120"/>
              </a:rPr>
              <a:t>Listeners</a:t>
            </a:r>
            <a:endParaRPr lang="en-US" sz="1600" dirty="0"/>
          </a:p>
        </p:txBody>
      </p:sp>
      <p:sp>
        <p:nvSpPr>
          <p:cNvPr id="39" name="s16_anim006"/>
          <p:cNvSpPr txBox="1"/>
          <p:nvPr/>
        </p:nvSpPr>
        <p:spPr>
          <a:xfrm>
            <a:off x="9396832" y="3767328"/>
            <a:ext cx="1929384" cy="548640"/>
          </a:xfrm>
          <a:prstGeom prst="rect">
            <a:avLst/>
          </a:prstGeom>
          <a:noFill/>
          <a:ln/>
        </p:spPr>
        <p:txBody>
          <a:bodyPr wrap="square" lIns="0" tIns="0" rIns="0" bIns="0" rtlCol="0" anchor="ctr"/>
          <a:lstStyle/>
          <a:p>
            <a:pPr marL="0" indent="0">
              <a:lnSpc>
                <a:spcPts val="1700"/>
              </a:lnSpc>
              <a:buNone/>
            </a:pPr>
            <a:r>
              <a:rPr lang="en-US" sz="1150" dirty="0">
                <a:solidFill>
                  <a:srgbClr val="8A93A0"/>
                </a:solidFill>
                <a:latin typeface="Segoe UI" pitchFamily="34" charset="0"/>
                <a:ea typeface="Segoe UI" pitchFamily="34" charset="-122"/>
                <a:cs typeface="Segoe UI" pitchFamily="34" charset="-120"/>
              </a:rPr>
              <a:t>screenshot · log · retry</a:t>
            </a:r>
            <a:endParaRPr lang="en-US" sz="1150" dirty="0"/>
          </a:p>
        </p:txBody>
      </p:sp>
      <p:sp>
        <p:nvSpPr>
          <p:cNvPr id="40" name="s16_anim007"/>
          <p:cNvSpPr txBox="1"/>
          <p:nvPr/>
        </p:nvSpPr>
        <p:spPr>
          <a:xfrm>
            <a:off x="731520" y="5029200"/>
            <a:ext cx="10725912" cy="365760"/>
          </a:xfrm>
          <a:prstGeom prst="rect">
            <a:avLst/>
          </a:prstGeom>
          <a:noFill/>
          <a:ln/>
        </p:spPr>
        <p:txBody>
          <a:bodyPr wrap="square" lIns="0" tIns="0" rIns="0" bIns="0" rtlCol="0" anchor="ctr"/>
          <a:lstStyle/>
          <a:p>
            <a:pPr marL="0" indent="0" algn="ctr">
              <a:buNone/>
            </a:pPr>
            <a:r>
              <a:rPr lang="en-US" sz="1150" dirty="0">
                <a:solidFill>
                  <a:srgbClr val="8A93A0"/>
                </a:solidFill>
                <a:latin typeface="Segoe UI" pitchFamily="34" charset="0"/>
                <a:ea typeface="Segoe UI" pitchFamily="34" charset="-122"/>
                <a:cs typeface="Segoe UI" pitchFamily="34" charset="-120"/>
              </a:rPr>
              <a:t>Four lifecycle levels: suite → test → class → method</a:t>
            </a:r>
            <a:endParaRPr lang="en-US" sz="11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0" presetID="10" presetClass="entr" presetSubtype="0" fill="hold" grpId="0" nodeType="withEffect">
                            <p:stCondLst>
                              <p:cond delay="22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22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22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22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22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22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22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grpId="0" nodeType="withEffect">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4" presetID="10" presetClass="entr" presetSubtype="0" fill="hold" grpId="0" nodeType="withEffect">
                            <p:stCondLst>
                              <p:cond delay="22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grpId="0" nodeType="withEffect">
                            <p:stCondLst>
                              <p:cond delay="22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22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6" presetID="10" presetClass="entr" presetSubtype="0" fill="hold" grpId="0" nodeType="withEffect">
                            <p:stCondLst>
                              <p:cond delay="22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49" presetID="10" presetClass="entr" presetSubtype="0" fill="hold" grpId="0" nodeType="withEffect">
                            <p:stCondLst>
                              <p:cond delay="22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par>
                          <p:cTn id="52" presetID="10" presetClass="entr" presetSubtype="0" fill="hold" grpId="0" nodeType="withEffect">
                            <p:stCondLst>
                              <p:cond delay="22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par>
                          <p:cTn id="55" presetID="10" presetClass="entr" presetSubtype="0" fill="hold" grpId="0" nodeType="withEffect">
                            <p:stCondLst>
                              <p:cond delay="22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par>
                          <p:cTn id="58" presetID="10" presetClass="entr" presetSubtype="0" fill="hold" grpId="0" nodeType="withEffect">
                            <p:stCondLst>
                              <p:cond delay="22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500"/>
                                  <p:tgtEl>
                                    <p:spTgt spid="27"/>
                                  </p:tgtEl>
                                </p:cBhvr>
                              </p:animEffect>
                            </p:childTnLst>
                          </p:cTn>
                        </p:par>
                        <p:par>
                          <p:cTn id="61" presetID="10" presetClass="entr" presetSubtype="0" fill="hold" grpId="0" nodeType="withEffect">
                            <p:stCondLst>
                              <p:cond delay="44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500"/>
                                  <p:tgtEl>
                                    <p:spTgt spid="28"/>
                                  </p:tgtEl>
                                </p:cBhvr>
                              </p:animEffect>
                            </p:childTnLst>
                          </p:cTn>
                        </p:par>
                        <p:par>
                          <p:cTn id="64" presetID="10" presetClass="entr" presetSubtype="0" fill="hold" grpId="0" nodeType="withEffect">
                            <p:stCondLst>
                              <p:cond delay="44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500"/>
                                  <p:tgtEl>
                                    <p:spTgt spid="29"/>
                                  </p:tgtEl>
                                </p:cBhvr>
                              </p:animEffect>
                            </p:childTnLst>
                          </p:cTn>
                        </p:par>
                        <p:par>
                          <p:cTn id="67" presetID="10" presetClass="entr" presetSubtype="0" fill="hold" grpId="0" nodeType="withEffect">
                            <p:stCondLst>
                              <p:cond delay="44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500"/>
                                  <p:tgtEl>
                                    <p:spTgt spid="30"/>
                                  </p:tgtEl>
                                </p:cBhvr>
                              </p:animEffect>
                            </p:childTnLst>
                          </p:cTn>
                        </p:par>
                        <p:par>
                          <p:cTn id="70" presetID="10" presetClass="entr" presetSubtype="0" fill="hold" grpId="0" nodeType="withEffect">
                            <p:stCondLst>
                              <p:cond delay="66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500"/>
                                  <p:tgtEl>
                                    <p:spTgt spid="31"/>
                                  </p:tgtEl>
                                </p:cBhvr>
                              </p:animEffect>
                            </p:childTnLst>
                          </p:cTn>
                        </p:par>
                        <p:par>
                          <p:cTn id="73" presetID="10" presetClass="entr" presetSubtype="0" fill="hold" grpId="0" nodeType="withEffect">
                            <p:stCondLst>
                              <p:cond delay="66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500"/>
                                  <p:tgtEl>
                                    <p:spTgt spid="32"/>
                                  </p:tgtEl>
                                </p:cBhvr>
                              </p:animEffect>
                            </p:childTnLst>
                          </p:cTn>
                        </p:par>
                        <p:par>
                          <p:cTn id="76" presetID="10" presetClass="entr" presetSubtype="0" fill="hold" grpId="0" nodeType="withEffect">
                            <p:stCondLst>
                              <p:cond delay="660"/>
                            </p:stCondLst>
                            <p:childTnLst>
                              <p:set>
                                <p:cBhvr>
                                  <p:cTn id="77" dur="1" fill="hold">
                                    <p:stCondLst>
                                      <p:cond delay="0"/>
                                    </p:stCondLst>
                                  </p:cTn>
                                  <p:tgtEl>
                                    <p:spTgt spid="33"/>
                                  </p:tgtEl>
                                  <p:attrNameLst>
                                    <p:attrName>style.visibility</p:attrName>
                                  </p:attrNameLst>
                                </p:cBhvr>
                                <p:to>
                                  <p:strVal val="visible"/>
                                </p:to>
                              </p:set>
                              <p:animEffect transition="in" filter="fade">
                                <p:cBhvr>
                                  <p:cTn id="78" dur="500"/>
                                  <p:tgtEl>
                                    <p:spTgt spid="33"/>
                                  </p:tgtEl>
                                </p:cBhvr>
                              </p:animEffect>
                            </p:childTnLst>
                          </p:cTn>
                        </p:par>
                        <p:par>
                          <p:cTn id="79" presetID="10" presetClass="entr" presetSubtype="0" fill="hold" grpId="0" nodeType="withEffect">
                            <p:stCondLst>
                              <p:cond delay="88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500"/>
                                  <p:tgtEl>
                                    <p:spTgt spid="34"/>
                                  </p:tgtEl>
                                </p:cBhvr>
                              </p:animEffect>
                            </p:childTnLst>
                          </p:cTn>
                        </p:par>
                        <p:par>
                          <p:cTn id="82" presetID="10" presetClass="entr" presetSubtype="0" fill="hold" grpId="0" nodeType="withEffect">
                            <p:stCondLst>
                              <p:cond delay="88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500"/>
                                  <p:tgtEl>
                                    <p:spTgt spid="35"/>
                                  </p:tgtEl>
                                </p:cBhvr>
                              </p:animEffect>
                            </p:childTnLst>
                          </p:cTn>
                        </p:par>
                        <p:par>
                          <p:cTn id="85" presetID="10" presetClass="entr" presetSubtype="0" fill="hold" grpId="0" nodeType="withEffect">
                            <p:stCondLst>
                              <p:cond delay="88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500"/>
                                  <p:tgtEl>
                                    <p:spTgt spid="36"/>
                                  </p:tgtEl>
                                </p:cBhvr>
                              </p:animEffect>
                            </p:childTnLst>
                          </p:cTn>
                        </p:par>
                        <p:par>
                          <p:cTn id="88" presetID="10" presetClass="entr" presetSubtype="0" fill="hold" grpId="0" nodeType="withEffect">
                            <p:stCondLst>
                              <p:cond delay="1100"/>
                            </p:stCondLst>
                            <p:childTnLst>
                              <p:set>
                                <p:cBhvr>
                                  <p:cTn id="89" dur="1" fill="hold">
                                    <p:stCondLst>
                                      <p:cond delay="0"/>
                                    </p:stCondLst>
                                  </p:cTn>
                                  <p:tgtEl>
                                    <p:spTgt spid="37"/>
                                  </p:tgtEl>
                                  <p:attrNameLst>
                                    <p:attrName>style.visibility</p:attrName>
                                  </p:attrNameLst>
                                </p:cBhvr>
                                <p:to>
                                  <p:strVal val="visible"/>
                                </p:to>
                              </p:set>
                              <p:animEffect transition="in" filter="fade">
                                <p:cBhvr>
                                  <p:cTn id="90" dur="500"/>
                                  <p:tgtEl>
                                    <p:spTgt spid="37"/>
                                  </p:tgtEl>
                                </p:cBhvr>
                              </p:animEffect>
                            </p:childTnLst>
                          </p:cTn>
                        </p:par>
                        <p:par>
                          <p:cTn id="91" presetID="10" presetClass="entr" presetSubtype="0" fill="hold" grpId="0" nodeType="withEffect">
                            <p:stCondLst>
                              <p:cond delay="1100"/>
                            </p:stCondLst>
                            <p:childTnLst>
                              <p:set>
                                <p:cBhvr>
                                  <p:cTn id="92" dur="1" fill="hold">
                                    <p:stCondLst>
                                      <p:cond delay="0"/>
                                    </p:stCondLst>
                                  </p:cTn>
                                  <p:tgtEl>
                                    <p:spTgt spid="38"/>
                                  </p:tgtEl>
                                  <p:attrNameLst>
                                    <p:attrName>style.visibility</p:attrName>
                                  </p:attrNameLst>
                                </p:cBhvr>
                                <p:to>
                                  <p:strVal val="visible"/>
                                </p:to>
                              </p:set>
                              <p:animEffect transition="in" filter="fade">
                                <p:cBhvr>
                                  <p:cTn id="93" dur="500"/>
                                  <p:tgtEl>
                                    <p:spTgt spid="38"/>
                                  </p:tgtEl>
                                </p:cBhvr>
                              </p:animEffect>
                            </p:childTnLst>
                          </p:cTn>
                        </p:par>
                        <p:par>
                          <p:cTn id="94" presetID="10" presetClass="entr" presetSubtype="0" fill="hold" grpId="0" nodeType="withEffect">
                            <p:stCondLst>
                              <p:cond delay="1100"/>
                            </p:stCondLst>
                            <p:childTnLst>
                              <p:set>
                                <p:cBhvr>
                                  <p:cTn id="95" dur="1" fill="hold">
                                    <p:stCondLst>
                                      <p:cond delay="0"/>
                                    </p:stCondLst>
                                  </p:cTn>
                                  <p:tgtEl>
                                    <p:spTgt spid="39"/>
                                  </p:tgtEl>
                                  <p:attrNameLst>
                                    <p:attrName>style.visibility</p:attrName>
                                  </p:attrNameLst>
                                </p:cBhvr>
                                <p:to>
                                  <p:strVal val="visible"/>
                                </p:to>
                              </p:set>
                              <p:animEffect transition="in" filter="fade">
                                <p:cBhvr>
                                  <p:cTn id="96" dur="500"/>
                                  <p:tgtEl>
                                    <p:spTgt spid="39"/>
                                  </p:tgtEl>
                                </p:cBhvr>
                              </p:animEffect>
                            </p:childTnLst>
                          </p:cTn>
                        </p:par>
                        <p:par>
                          <p:cTn id="97" presetID="10" presetClass="entr" presetSubtype="0" fill="hold" grpId="0" nodeType="withEffect">
                            <p:stCondLst>
                              <p:cond delay="1320"/>
                            </p:stCondLst>
                            <p:childTnLst>
                              <p:set>
                                <p:cBhvr>
                                  <p:cTn id="98" dur="1" fill="hold">
                                    <p:stCondLst>
                                      <p:cond delay="0"/>
                                    </p:stCondLst>
                                  </p:cTn>
                                  <p:tgtEl>
                                    <p:spTgt spid="40"/>
                                  </p:tgtEl>
                                  <p:attrNameLst>
                                    <p:attrName>style.visibility</p:attrName>
                                  </p:attrNameLst>
                                </p:cBhvr>
                                <p:to>
                                  <p:strVal val="visible"/>
                                </p:to>
                              </p:set>
                              <p:animEffect transition="in" filter="fade">
                                <p:cBhvr>
                                  <p:cTn id="99" dur="500"/>
                                  <p:tgtEl>
                                    <p:spTgt spid="4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chromeDot"/>
          <p:cNvSpPr/>
          <p:nvPr/>
        </p:nvSpPr>
        <p:spPr>
          <a:xfrm>
            <a:off x="685800" y="438912"/>
            <a:ext cx="329184" cy="329184"/>
          </a:xfrm>
          <a:prstGeom prst="ellipse">
            <a:avLst/>
          </a:prstGeom>
          <a:solidFill>
            <a:srgbClr val="6D28D9"/>
          </a:solidFill>
          <a:ln/>
        </p:spPr>
      </p:sp>
      <p:sp>
        <p:nvSpPr>
          <p:cNvPr id="3" name="chromeNum"/>
          <p:cNvSpPr txBox="1"/>
          <p:nvPr/>
        </p:nvSpPr>
        <p:spPr>
          <a:xfrm>
            <a:off x="685800" y="43891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III</a:t>
            </a:r>
            <a:endParaRPr lang="en-US" sz="1200" dirty="0"/>
          </a:p>
        </p:txBody>
      </p:sp>
      <p:sp>
        <p:nvSpPr>
          <p:cNvPr id="4" name="chromeLabel"/>
          <p:cNvSpPr txBox="1"/>
          <p:nvPr/>
        </p:nvSpPr>
        <p:spPr>
          <a:xfrm>
            <a:off x="1115568" y="438912"/>
            <a:ext cx="5486400" cy="329184"/>
          </a:xfrm>
          <a:prstGeom prst="rect">
            <a:avLst/>
          </a:prstGeom>
          <a:noFill/>
          <a:ln/>
        </p:spPr>
        <p:txBody>
          <a:bodyPr wrap="square" lIns="0" tIns="0" rIns="0" bIns="0" rtlCol="0" anchor="ctr"/>
          <a:lstStyle/>
          <a:p>
            <a:pPr marL="0" indent="0">
              <a:buNone/>
            </a:pPr>
            <a:r>
              <a:rPr lang="en-US" sz="1050" b="1" kern="0" spc="260" dirty="0">
                <a:solidFill>
                  <a:srgbClr val="6D28D9"/>
                </a:solidFill>
                <a:latin typeface="Segoe UI" pitchFamily="34" charset="0"/>
                <a:ea typeface="Segoe UI" pitchFamily="34" charset="-122"/>
                <a:cs typeface="Segoe UI" pitchFamily="34" charset="-120"/>
              </a:rPr>
              <a:t>FEATURES · CONFIGURATION</a:t>
            </a:r>
            <a:endParaRPr lang="en-US" sz="1050" dirty="0"/>
          </a:p>
        </p:txBody>
      </p:sp>
      <p:sp>
        <p:nvSpPr>
          <p:cNvPr id="5" name="rail0"/>
          <p:cNvSpPr/>
          <p:nvPr/>
        </p:nvSpPr>
        <p:spPr>
          <a:xfrm>
            <a:off x="685800" y="6236208"/>
            <a:ext cx="402336" cy="64008"/>
          </a:xfrm>
          <a:prstGeom prst="roundRect">
            <a:avLst>
              <a:gd name="adj" fmla="val 50000"/>
            </a:avLst>
          </a:prstGeom>
          <a:solidFill>
            <a:srgbClr val="DCDEE3"/>
          </a:solidFill>
          <a:ln/>
        </p:spPr>
      </p:sp>
      <p:sp>
        <p:nvSpPr>
          <p:cNvPr id="6" name="rail1"/>
          <p:cNvSpPr/>
          <p:nvPr/>
        </p:nvSpPr>
        <p:spPr>
          <a:xfrm>
            <a:off x="1197864" y="6236208"/>
            <a:ext cx="402336" cy="64008"/>
          </a:xfrm>
          <a:prstGeom prst="roundRect">
            <a:avLst>
              <a:gd name="adj" fmla="val 50000"/>
            </a:avLst>
          </a:prstGeom>
          <a:solidFill>
            <a:srgbClr val="DCDEE3"/>
          </a:solidFill>
          <a:ln/>
        </p:spPr>
      </p:sp>
      <p:sp>
        <p:nvSpPr>
          <p:cNvPr id="7" name="rail2"/>
          <p:cNvSpPr/>
          <p:nvPr/>
        </p:nvSpPr>
        <p:spPr>
          <a:xfrm>
            <a:off x="1709928" y="6236208"/>
            <a:ext cx="402336" cy="64008"/>
          </a:xfrm>
          <a:prstGeom prst="roundRect">
            <a:avLst>
              <a:gd name="adj" fmla="val 50000"/>
            </a:avLst>
          </a:prstGeom>
          <a:solidFill>
            <a:srgbClr val="6D28D9"/>
          </a:solidFill>
          <a:ln/>
        </p:spPr>
      </p:sp>
      <p:sp>
        <p:nvSpPr>
          <p:cNvPr id="8" name="chromePage"/>
          <p:cNvSpPr txBox="1"/>
          <p:nvPr/>
        </p:nvSpPr>
        <p:spPr>
          <a:xfrm>
            <a:off x="10241280" y="6089904"/>
            <a:ext cx="1280160" cy="365760"/>
          </a:xfrm>
          <a:prstGeom prst="rect">
            <a:avLst/>
          </a:prstGeom>
          <a:noFill/>
          <a:ln/>
        </p:spPr>
        <p:txBody>
          <a:bodyPr wrap="square" lIns="0" tIns="0" rIns="0" bIns="0" rtlCol="0" anchor="ctr"/>
          <a:lstStyle/>
          <a:p>
            <a:pPr marL="0" indent="0" algn="r">
              <a:buNone/>
            </a:pPr>
            <a:r>
              <a:rPr lang="en-US" sz="1050" b="1" kern="0" spc="120" dirty="0">
                <a:solidFill>
                  <a:srgbClr val="3C4450"/>
                </a:solidFill>
                <a:latin typeface="Segoe UI" pitchFamily="34" charset="0"/>
                <a:ea typeface="Segoe UI" pitchFamily="34" charset="-122"/>
                <a:cs typeface="Segoe UI" pitchFamily="34" charset="-120"/>
              </a:rPr>
              <a:t>17</a:t>
            </a:r>
            <a:r>
              <a:rPr lang="en-US" sz="1050" kern="0" spc="120" dirty="0">
                <a:solidFill>
                  <a:srgbClr val="B6BDC8"/>
                </a:solidFill>
                <a:latin typeface="Segoe UI" pitchFamily="34" charset="0"/>
                <a:ea typeface="Segoe UI" pitchFamily="34" charset="-122"/>
                <a:cs typeface="Segoe UI" pitchFamily="34" charset="-120"/>
              </a:rPr>
              <a:t>  / 20</a:t>
            </a:r>
            <a:endParaRPr lang="en-US" sz="1050" dirty="0"/>
          </a:p>
        </p:txBody>
      </p:sp>
      <p:sp>
        <p:nvSpPr>
          <p:cNvPr id="9" name="s17_anim001"/>
          <p:cNvSpPr txBox="1"/>
          <p:nvPr/>
        </p:nvSpPr>
        <p:spPr>
          <a:xfrm>
            <a:off x="731520" y="1078992"/>
            <a:ext cx="10725912" cy="822960"/>
          </a:xfrm>
          <a:prstGeom prst="rect">
            <a:avLst/>
          </a:prstGeom>
          <a:noFill/>
          <a:ln/>
        </p:spPr>
        <p:txBody>
          <a:bodyPr wrap="square" lIns="0" tIns="0" rIns="0" bIns="0" rtlCol="0" anchor="ctr"/>
          <a:lstStyle/>
          <a:p>
            <a:pPr marL="0" indent="0" algn="ctr">
              <a:buNone/>
            </a:pPr>
            <a:r>
              <a:rPr lang="en-US" sz="3400" b="1" dirty="0">
                <a:solidFill>
                  <a:srgbClr val="15181D"/>
                </a:solidFill>
                <a:latin typeface="Segoe UI" pitchFamily="34" charset="0"/>
                <a:ea typeface="Segoe UI" pitchFamily="34" charset="-122"/>
                <a:cs typeface="Segoe UI" pitchFamily="34" charset="-120"/>
              </a:rPr>
              <a:t>Change the run, </a:t>
            </a:r>
            <a:r>
              <a:rPr lang="en-US" sz="3400" b="1" dirty="0">
                <a:solidFill>
                  <a:srgbClr val="6D28D9"/>
                </a:solidFill>
                <a:latin typeface="Segoe UI" pitchFamily="34" charset="0"/>
                <a:ea typeface="Segoe UI" pitchFamily="34" charset="-122"/>
                <a:cs typeface="Segoe UI" pitchFamily="34" charset="-120"/>
              </a:rPr>
              <a:t>not the code</a:t>
            </a:r>
            <a:endParaRPr lang="en-US" sz="3400" dirty="0"/>
          </a:p>
        </p:txBody>
      </p:sp>
      <p:sp>
        <p:nvSpPr>
          <p:cNvPr id="10" name="s17_anim002"/>
          <p:cNvSpPr/>
          <p:nvPr/>
        </p:nvSpPr>
        <p:spPr>
          <a:xfrm>
            <a:off x="822960" y="2240280"/>
            <a:ext cx="6035040" cy="2788920"/>
          </a:xfrm>
          <a:prstGeom prst="roundRect">
            <a:avLst>
              <a:gd name="adj" fmla="val 5246"/>
            </a:avLst>
          </a:prstGeom>
          <a:solidFill>
            <a:srgbClr val="FFFFFF"/>
          </a:solidFill>
          <a:ln w="20320">
            <a:solidFill>
              <a:srgbClr val="9B6BF2"/>
            </a:solidFill>
            <a:prstDash val="solid"/>
          </a:ln>
          <a:effectLst>
            <a:outerShdw blurRad="177800" dist="38100" dir="5400000" algn="bl" rotWithShape="0">
              <a:srgbClr val="101C28">
                <a:alpha val="9000"/>
              </a:srgbClr>
            </a:outerShdw>
          </a:effectLst>
        </p:spPr>
      </p:sp>
      <p:sp>
        <p:nvSpPr>
          <p:cNvPr id="11" name="s17_anim002"/>
          <p:cNvSpPr txBox="1"/>
          <p:nvPr/>
        </p:nvSpPr>
        <p:spPr>
          <a:xfrm>
            <a:off x="1078992" y="2395728"/>
            <a:ext cx="5577840" cy="329184"/>
          </a:xfrm>
          <a:prstGeom prst="rect">
            <a:avLst/>
          </a:prstGeom>
          <a:noFill/>
          <a:ln/>
        </p:spPr>
        <p:txBody>
          <a:bodyPr wrap="square" lIns="0" tIns="0" rIns="0" bIns="0" rtlCol="0" anchor="ctr"/>
          <a:lstStyle/>
          <a:p>
            <a:pPr marL="0" indent="0">
              <a:buNone/>
            </a:pPr>
            <a:r>
              <a:rPr lang="en-US" sz="1250" b="1" dirty="0">
                <a:solidFill>
                  <a:srgbClr val="6D28D9"/>
                </a:solidFill>
                <a:latin typeface="Consolas" pitchFamily="34" charset="0"/>
                <a:ea typeface="Consolas" pitchFamily="34" charset="-122"/>
                <a:cs typeface="Consolas" pitchFamily="34" charset="-120"/>
              </a:rPr>
              <a:t>&lt;suite parallel="methods" thread-count="4"&gt;</a:t>
            </a:r>
            <a:endParaRPr lang="en-US" sz="1250" dirty="0"/>
          </a:p>
        </p:txBody>
      </p:sp>
      <p:sp>
        <p:nvSpPr>
          <p:cNvPr id="12" name="s17_anim002"/>
          <p:cNvSpPr/>
          <p:nvPr/>
        </p:nvSpPr>
        <p:spPr>
          <a:xfrm>
            <a:off x="1170432" y="2788920"/>
            <a:ext cx="5349240" cy="2103120"/>
          </a:xfrm>
          <a:prstGeom prst="roundRect">
            <a:avLst>
              <a:gd name="adj" fmla="val 5217"/>
            </a:avLst>
          </a:prstGeom>
          <a:solidFill>
            <a:srgbClr val="F6F1FE"/>
          </a:solidFill>
          <a:ln w="12700">
            <a:solidFill>
              <a:srgbClr val="E7E4F2"/>
            </a:solidFill>
            <a:prstDash val="solid"/>
          </a:ln>
        </p:spPr>
      </p:sp>
      <p:sp>
        <p:nvSpPr>
          <p:cNvPr id="13" name="s17_anim002"/>
          <p:cNvSpPr txBox="1"/>
          <p:nvPr/>
        </p:nvSpPr>
        <p:spPr>
          <a:xfrm>
            <a:off x="1417320" y="2926080"/>
            <a:ext cx="4846320" cy="292608"/>
          </a:xfrm>
          <a:prstGeom prst="rect">
            <a:avLst/>
          </a:prstGeom>
          <a:noFill/>
          <a:ln/>
        </p:spPr>
        <p:txBody>
          <a:bodyPr wrap="square" lIns="0" tIns="0" rIns="0" bIns="0" rtlCol="0" anchor="ctr"/>
          <a:lstStyle/>
          <a:p>
            <a:pPr marL="0" indent="0">
              <a:buNone/>
            </a:pPr>
            <a:r>
              <a:rPr lang="en-US" sz="1150" dirty="0">
                <a:solidFill>
                  <a:srgbClr val="3C4450"/>
                </a:solidFill>
                <a:latin typeface="Consolas" pitchFamily="34" charset="0"/>
                <a:ea typeface="Consolas" pitchFamily="34" charset="-122"/>
                <a:cs typeface="Consolas" pitchFamily="34" charset="-120"/>
              </a:rPr>
              <a:t>&lt;test name="Smoke"&gt;</a:t>
            </a:r>
            <a:endParaRPr lang="en-US" sz="1150" dirty="0"/>
          </a:p>
        </p:txBody>
      </p:sp>
      <p:sp>
        <p:nvSpPr>
          <p:cNvPr id="14" name="s17_anim002"/>
          <p:cNvSpPr/>
          <p:nvPr/>
        </p:nvSpPr>
        <p:spPr>
          <a:xfrm>
            <a:off x="1481328" y="3291840"/>
            <a:ext cx="4754880" cy="621792"/>
          </a:xfrm>
          <a:prstGeom prst="roundRect">
            <a:avLst>
              <a:gd name="adj" fmla="val 14706"/>
            </a:avLst>
          </a:prstGeom>
          <a:solidFill>
            <a:srgbClr val="FFFFFF"/>
          </a:solidFill>
          <a:ln w="12700">
            <a:solidFill>
              <a:srgbClr val="E7E4F2"/>
            </a:solidFill>
            <a:prstDash val="solid"/>
          </a:ln>
        </p:spPr>
      </p:sp>
      <p:sp>
        <p:nvSpPr>
          <p:cNvPr id="15" name="s17_anim002"/>
          <p:cNvSpPr txBox="1"/>
          <p:nvPr/>
        </p:nvSpPr>
        <p:spPr>
          <a:xfrm>
            <a:off x="1481328" y="3291840"/>
            <a:ext cx="4754880" cy="621792"/>
          </a:xfrm>
          <a:prstGeom prst="rect">
            <a:avLst/>
          </a:prstGeom>
          <a:noFill/>
          <a:ln/>
        </p:spPr>
        <p:txBody>
          <a:bodyPr wrap="square" lIns="0" tIns="0" rIns="0" bIns="0" rtlCol="0" anchor="ctr"/>
          <a:lstStyle/>
          <a:p>
            <a:pPr marL="0" indent="0" algn="ctr">
              <a:buNone/>
            </a:pPr>
            <a:r>
              <a:rPr lang="en-US" sz="1150" dirty="0">
                <a:solidFill>
                  <a:srgbClr val="6B7280"/>
                </a:solidFill>
                <a:latin typeface="Consolas" pitchFamily="34" charset="0"/>
                <a:ea typeface="Consolas" pitchFamily="34" charset="-122"/>
                <a:cs typeface="Consolas" pitchFamily="34" charset="-120"/>
              </a:rPr>
              <a:t>&lt;groups&gt;   include: smoke, critical</a:t>
            </a:r>
            <a:endParaRPr lang="en-US" sz="1150" dirty="0"/>
          </a:p>
        </p:txBody>
      </p:sp>
      <p:sp>
        <p:nvSpPr>
          <p:cNvPr id="16" name="s17_anim002"/>
          <p:cNvSpPr/>
          <p:nvPr/>
        </p:nvSpPr>
        <p:spPr>
          <a:xfrm>
            <a:off x="1481328" y="4041648"/>
            <a:ext cx="4754880" cy="621792"/>
          </a:xfrm>
          <a:prstGeom prst="roundRect">
            <a:avLst>
              <a:gd name="adj" fmla="val 14706"/>
            </a:avLst>
          </a:prstGeom>
          <a:solidFill>
            <a:srgbClr val="FFFFFF"/>
          </a:solidFill>
          <a:ln w="12700">
            <a:solidFill>
              <a:srgbClr val="E7E4F2"/>
            </a:solidFill>
            <a:prstDash val="solid"/>
          </a:ln>
        </p:spPr>
      </p:sp>
      <p:sp>
        <p:nvSpPr>
          <p:cNvPr id="17" name="s17_anim002"/>
          <p:cNvSpPr txBox="1"/>
          <p:nvPr/>
        </p:nvSpPr>
        <p:spPr>
          <a:xfrm>
            <a:off x="1481328" y="4041648"/>
            <a:ext cx="4754880" cy="621792"/>
          </a:xfrm>
          <a:prstGeom prst="rect">
            <a:avLst/>
          </a:prstGeom>
          <a:noFill/>
          <a:ln/>
        </p:spPr>
        <p:txBody>
          <a:bodyPr wrap="square" lIns="0" tIns="0" rIns="0" bIns="0" rtlCol="0" anchor="ctr"/>
          <a:lstStyle/>
          <a:p>
            <a:pPr marL="0" indent="0" algn="ctr">
              <a:buNone/>
            </a:pPr>
            <a:r>
              <a:rPr lang="en-US" sz="1150" dirty="0">
                <a:solidFill>
                  <a:srgbClr val="6B7280"/>
                </a:solidFill>
                <a:latin typeface="Consolas" pitchFamily="34" charset="0"/>
                <a:ea typeface="Consolas" pitchFamily="34" charset="-122"/>
                <a:cs typeface="Consolas" pitchFamily="34" charset="-120"/>
              </a:rPr>
              <a:t>&lt;classes&gt;  LoginTest, CartTest</a:t>
            </a:r>
            <a:endParaRPr lang="en-US" sz="1150" dirty="0"/>
          </a:p>
        </p:txBody>
      </p:sp>
      <p:sp>
        <p:nvSpPr>
          <p:cNvPr id="18" name="s17_anim003"/>
          <p:cNvSpPr txBox="1"/>
          <p:nvPr/>
        </p:nvSpPr>
        <p:spPr>
          <a:xfrm>
            <a:off x="7406640" y="2377440"/>
            <a:ext cx="4023360" cy="365760"/>
          </a:xfrm>
          <a:prstGeom prst="rect">
            <a:avLst/>
          </a:prstGeom>
          <a:noFill/>
          <a:ln/>
        </p:spPr>
        <p:txBody>
          <a:bodyPr wrap="square" lIns="0" tIns="0" rIns="0" bIns="0" rtlCol="0" anchor="ctr"/>
          <a:lstStyle/>
          <a:p>
            <a:pPr marL="0" indent="0">
              <a:buNone/>
            </a:pPr>
            <a:r>
              <a:rPr lang="en-US" sz="1800" b="1" dirty="0">
                <a:solidFill>
                  <a:srgbClr val="15181D"/>
                </a:solidFill>
                <a:latin typeface="Segoe UI" pitchFamily="34" charset="0"/>
                <a:ea typeface="Segoe UI" pitchFamily="34" charset="-122"/>
                <a:cs typeface="Segoe UI" pitchFamily="34" charset="-120"/>
              </a:rPr>
              <a:t>Suite → Test → Class</a:t>
            </a:r>
            <a:endParaRPr lang="en-US" sz="1800" dirty="0"/>
          </a:p>
        </p:txBody>
      </p:sp>
      <p:sp>
        <p:nvSpPr>
          <p:cNvPr id="19" name="s17_anim004"/>
          <p:cNvSpPr txBox="1"/>
          <p:nvPr/>
        </p:nvSpPr>
        <p:spPr>
          <a:xfrm>
            <a:off x="7406640" y="3063240"/>
            <a:ext cx="4023360" cy="822960"/>
          </a:xfrm>
          <a:prstGeom prst="rect">
            <a:avLst/>
          </a:prstGeom>
          <a:noFill/>
          <a:ln/>
        </p:spPr>
        <p:txBody>
          <a:bodyPr wrap="square" lIns="0" tIns="0" rIns="0" bIns="0" rtlCol="0" anchor="ctr"/>
          <a:lstStyle/>
          <a:p>
            <a:pPr marL="0" indent="0">
              <a:lnSpc>
                <a:spcPts val="2800"/>
              </a:lnSpc>
              <a:buNone/>
            </a:pPr>
            <a:r>
              <a:rPr lang="en-US" sz="1500" b="1" dirty="0">
                <a:solidFill>
                  <a:srgbClr val="15803D"/>
                </a:solidFill>
                <a:latin typeface="Segoe UI" pitchFamily="34" charset="0"/>
                <a:ea typeface="Segoe UI" pitchFamily="34" charset="-122"/>
                <a:cs typeface="Segoe UI" pitchFamily="34" charset="-120"/>
              </a:rPr>
              <a:t>Every commit  →  smoke only
Nightly  →  full regression</a:t>
            </a:r>
            <a:endParaRPr lang="en-US" sz="1500" dirty="0"/>
          </a:p>
        </p:txBody>
      </p:sp>
      <p:sp>
        <p:nvSpPr>
          <p:cNvPr id="20" name="s17_anim004"/>
          <p:cNvSpPr txBox="1"/>
          <p:nvPr/>
        </p:nvSpPr>
        <p:spPr>
          <a:xfrm>
            <a:off x="7406640" y="4114800"/>
            <a:ext cx="4023360" cy="731520"/>
          </a:xfrm>
          <a:prstGeom prst="rect">
            <a:avLst/>
          </a:prstGeom>
          <a:noFill/>
          <a:ln/>
        </p:spPr>
        <p:txBody>
          <a:bodyPr wrap="square" lIns="0" tIns="0" rIns="0" bIns="0" rtlCol="0" anchor="ctr"/>
          <a:lstStyle/>
          <a:p>
            <a:pPr marL="0" indent="0">
              <a:lnSpc>
                <a:spcPts val="2400"/>
              </a:lnSpc>
              <a:buNone/>
            </a:pPr>
            <a:r>
              <a:rPr lang="en-US" sz="1400" dirty="0">
                <a:solidFill>
                  <a:srgbClr val="8A93A0"/>
                </a:solidFill>
                <a:latin typeface="Segoe UI" pitchFamily="34" charset="0"/>
                <a:ea typeface="Segoe UI" pitchFamily="34" charset="-122"/>
                <a:cs typeface="Segoe UI" pitchFamily="34" charset="-120"/>
              </a:rPr>
              <a:t>Same codebase.</a:t>
            </a:r>
            <a:endParaRPr lang="en-US" sz="1400" dirty="0"/>
          </a:p>
          <a:p>
            <a:pPr marL="0" indent="0">
              <a:lnSpc>
                <a:spcPts val="2400"/>
              </a:lnSpc>
              <a:buNone/>
            </a:pPr>
            <a:r>
              <a:rPr lang="en-US" sz="1400" dirty="0">
                <a:solidFill>
                  <a:srgbClr val="8A93A0"/>
                </a:solidFill>
                <a:latin typeface="Segoe UI" pitchFamily="34" charset="0"/>
                <a:ea typeface="Segoe UI" pitchFamily="34" charset="-122"/>
                <a:cs typeface="Segoe UI" pitchFamily="34" charset="-120"/>
              </a:rPr>
              <a:t>Different XML file.</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0" presetID="10" presetClass="entr" presetSubtype="0" fill="hold" grpId="0" nodeType="withEffect">
                            <p:stCondLst>
                              <p:cond delay="22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22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22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22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22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22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22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grpId="0" nodeType="withEffect">
                            <p:stCondLst>
                              <p:cond delay="44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4" presetID="10" presetClass="entr" presetSubtype="0" fill="hold" grpId="0" nodeType="withEffect">
                            <p:stCondLst>
                              <p:cond delay="66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grpId="0" nodeType="withEffect">
                            <p:stCondLst>
                              <p:cond delay="66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chromeDot"/>
          <p:cNvSpPr/>
          <p:nvPr/>
        </p:nvSpPr>
        <p:spPr>
          <a:xfrm>
            <a:off x="685800" y="438912"/>
            <a:ext cx="329184" cy="329184"/>
          </a:xfrm>
          <a:prstGeom prst="ellipse">
            <a:avLst/>
          </a:prstGeom>
          <a:solidFill>
            <a:srgbClr val="6D28D9"/>
          </a:solidFill>
          <a:ln/>
        </p:spPr>
      </p:sp>
      <p:sp>
        <p:nvSpPr>
          <p:cNvPr id="3" name="chromeNum"/>
          <p:cNvSpPr txBox="1"/>
          <p:nvPr/>
        </p:nvSpPr>
        <p:spPr>
          <a:xfrm>
            <a:off x="685800" y="43891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III</a:t>
            </a:r>
            <a:endParaRPr lang="en-US" sz="1200" dirty="0"/>
          </a:p>
        </p:txBody>
      </p:sp>
      <p:sp>
        <p:nvSpPr>
          <p:cNvPr id="4" name="chromeLabel"/>
          <p:cNvSpPr txBox="1"/>
          <p:nvPr/>
        </p:nvSpPr>
        <p:spPr>
          <a:xfrm>
            <a:off x="1115568" y="438912"/>
            <a:ext cx="5486400" cy="329184"/>
          </a:xfrm>
          <a:prstGeom prst="rect">
            <a:avLst/>
          </a:prstGeom>
          <a:noFill/>
          <a:ln/>
        </p:spPr>
        <p:txBody>
          <a:bodyPr wrap="square" lIns="0" tIns="0" rIns="0" bIns="0" rtlCol="0" anchor="ctr"/>
          <a:lstStyle/>
          <a:p>
            <a:pPr marL="0" indent="0">
              <a:buNone/>
            </a:pPr>
            <a:r>
              <a:rPr lang="en-US" sz="1050" b="1" kern="0" spc="260" dirty="0">
                <a:solidFill>
                  <a:srgbClr val="6D28D9"/>
                </a:solidFill>
                <a:latin typeface="Segoe UI" pitchFamily="34" charset="0"/>
                <a:ea typeface="Segoe UI" pitchFamily="34" charset="-122"/>
                <a:cs typeface="Segoe UI" pitchFamily="34" charset="-120"/>
              </a:rPr>
              <a:t>WHO USES IT</a:t>
            </a:r>
            <a:endParaRPr lang="en-US" sz="1050" dirty="0"/>
          </a:p>
        </p:txBody>
      </p:sp>
      <p:sp>
        <p:nvSpPr>
          <p:cNvPr id="5" name="rail0"/>
          <p:cNvSpPr/>
          <p:nvPr/>
        </p:nvSpPr>
        <p:spPr>
          <a:xfrm>
            <a:off x="685800" y="6236208"/>
            <a:ext cx="402336" cy="64008"/>
          </a:xfrm>
          <a:prstGeom prst="roundRect">
            <a:avLst>
              <a:gd name="adj" fmla="val 50000"/>
            </a:avLst>
          </a:prstGeom>
          <a:solidFill>
            <a:srgbClr val="DCDEE3"/>
          </a:solidFill>
          <a:ln/>
        </p:spPr>
      </p:sp>
      <p:sp>
        <p:nvSpPr>
          <p:cNvPr id="6" name="rail1"/>
          <p:cNvSpPr/>
          <p:nvPr/>
        </p:nvSpPr>
        <p:spPr>
          <a:xfrm>
            <a:off x="1197864" y="6236208"/>
            <a:ext cx="402336" cy="64008"/>
          </a:xfrm>
          <a:prstGeom prst="roundRect">
            <a:avLst>
              <a:gd name="adj" fmla="val 50000"/>
            </a:avLst>
          </a:prstGeom>
          <a:solidFill>
            <a:srgbClr val="DCDEE3"/>
          </a:solidFill>
          <a:ln/>
        </p:spPr>
      </p:sp>
      <p:sp>
        <p:nvSpPr>
          <p:cNvPr id="7" name="rail2"/>
          <p:cNvSpPr/>
          <p:nvPr/>
        </p:nvSpPr>
        <p:spPr>
          <a:xfrm>
            <a:off x="1709928" y="6236208"/>
            <a:ext cx="402336" cy="64008"/>
          </a:xfrm>
          <a:prstGeom prst="roundRect">
            <a:avLst>
              <a:gd name="adj" fmla="val 50000"/>
            </a:avLst>
          </a:prstGeom>
          <a:solidFill>
            <a:srgbClr val="6D28D9"/>
          </a:solidFill>
          <a:ln/>
        </p:spPr>
      </p:sp>
      <p:sp>
        <p:nvSpPr>
          <p:cNvPr id="8" name="chromePage"/>
          <p:cNvSpPr txBox="1"/>
          <p:nvPr/>
        </p:nvSpPr>
        <p:spPr>
          <a:xfrm>
            <a:off x="10241280" y="6089904"/>
            <a:ext cx="1280160" cy="365760"/>
          </a:xfrm>
          <a:prstGeom prst="rect">
            <a:avLst/>
          </a:prstGeom>
          <a:noFill/>
          <a:ln/>
        </p:spPr>
        <p:txBody>
          <a:bodyPr wrap="square" lIns="0" tIns="0" rIns="0" bIns="0" rtlCol="0" anchor="ctr"/>
          <a:lstStyle/>
          <a:p>
            <a:pPr marL="0" indent="0" algn="r">
              <a:buNone/>
            </a:pPr>
            <a:r>
              <a:rPr lang="en-US" sz="1050" b="1" kern="0" spc="120" dirty="0">
                <a:solidFill>
                  <a:srgbClr val="3C4450"/>
                </a:solidFill>
                <a:latin typeface="Segoe UI" pitchFamily="34" charset="0"/>
                <a:ea typeface="Segoe UI" pitchFamily="34" charset="-122"/>
                <a:cs typeface="Segoe UI" pitchFamily="34" charset="-120"/>
              </a:rPr>
              <a:t>18</a:t>
            </a:r>
            <a:r>
              <a:rPr lang="en-US" sz="1050" kern="0" spc="120" dirty="0">
                <a:solidFill>
                  <a:srgbClr val="B6BDC8"/>
                </a:solidFill>
                <a:latin typeface="Segoe UI" pitchFamily="34" charset="0"/>
                <a:ea typeface="Segoe UI" pitchFamily="34" charset="-122"/>
                <a:cs typeface="Segoe UI" pitchFamily="34" charset="-120"/>
              </a:rPr>
              <a:t>  / 20</a:t>
            </a:r>
            <a:endParaRPr lang="en-US" sz="1050" dirty="0"/>
          </a:p>
        </p:txBody>
      </p:sp>
      <p:sp>
        <p:nvSpPr>
          <p:cNvPr id="9" name="s18_anim001"/>
          <p:cNvSpPr txBox="1"/>
          <p:nvPr/>
        </p:nvSpPr>
        <p:spPr>
          <a:xfrm>
            <a:off x="731520" y="1078992"/>
            <a:ext cx="10725912" cy="822960"/>
          </a:xfrm>
          <a:prstGeom prst="rect">
            <a:avLst/>
          </a:prstGeom>
          <a:noFill/>
          <a:ln/>
        </p:spPr>
        <p:txBody>
          <a:bodyPr wrap="square" lIns="0" tIns="0" rIns="0" bIns="0" rtlCol="0" anchor="ctr"/>
          <a:lstStyle/>
          <a:p>
            <a:pPr marL="0" indent="0" algn="ctr">
              <a:buNone/>
            </a:pPr>
            <a:r>
              <a:rPr lang="en-US" sz="3400" b="1" dirty="0">
                <a:solidFill>
                  <a:srgbClr val="15181D"/>
                </a:solidFill>
                <a:latin typeface="Segoe UI" pitchFamily="34" charset="0"/>
                <a:ea typeface="Segoe UI" pitchFamily="34" charset="-122"/>
                <a:cs typeface="Segoe UI" pitchFamily="34" charset="-120"/>
              </a:rPr>
              <a:t>Wherever a suite gets </a:t>
            </a:r>
            <a:r>
              <a:rPr lang="en-US" sz="3400" b="1" dirty="0">
                <a:solidFill>
                  <a:srgbClr val="6D28D9"/>
                </a:solidFill>
                <a:latin typeface="Segoe UI" pitchFamily="34" charset="0"/>
                <a:ea typeface="Segoe UI" pitchFamily="34" charset="-122"/>
                <a:cs typeface="Segoe UI" pitchFamily="34" charset="-120"/>
              </a:rPr>
              <a:t>big</a:t>
            </a:r>
            <a:endParaRPr lang="en-US" sz="3400" dirty="0"/>
          </a:p>
        </p:txBody>
      </p:sp>
      <p:sp>
        <p:nvSpPr>
          <p:cNvPr id="10" name="s18_anim002"/>
          <p:cNvSpPr/>
          <p:nvPr/>
        </p:nvSpPr>
        <p:spPr>
          <a:xfrm>
            <a:off x="755752" y="2148840"/>
            <a:ext cx="3291840" cy="1691640"/>
          </a:xfrm>
          <a:prstGeom prst="roundRect">
            <a:avLst>
              <a:gd name="adj" fmla="val 7027"/>
            </a:avLst>
          </a:prstGeom>
          <a:solidFill>
            <a:srgbClr val="F7F8FA"/>
          </a:solidFill>
          <a:ln w="12700">
            <a:solidFill>
              <a:srgbClr val="E6E9EF"/>
            </a:solidFill>
            <a:prstDash val="solid"/>
          </a:ln>
          <a:effectLst>
            <a:outerShdw blurRad="177800" dist="38100" dir="5400000" algn="bl" rotWithShape="0">
              <a:srgbClr val="101C28">
                <a:alpha val="9000"/>
              </a:srgbClr>
            </a:outerShdw>
          </a:effectLst>
        </p:spPr>
      </p:sp>
      <p:sp>
        <p:nvSpPr>
          <p:cNvPr id="11" name="s18_anim002"/>
          <p:cNvSpPr txBox="1"/>
          <p:nvPr/>
        </p:nvSpPr>
        <p:spPr>
          <a:xfrm>
            <a:off x="1048360" y="2423160"/>
            <a:ext cx="2706624" cy="658368"/>
          </a:xfrm>
          <a:prstGeom prst="rect">
            <a:avLst/>
          </a:prstGeom>
          <a:noFill/>
          <a:ln/>
        </p:spPr>
        <p:txBody>
          <a:bodyPr wrap="square" lIns="0" tIns="0" rIns="0" bIns="0" rtlCol="0" anchor="ctr"/>
          <a:lstStyle/>
          <a:p>
            <a:pPr marL="0" indent="0">
              <a:buNone/>
            </a:pPr>
            <a:r>
              <a:rPr lang="en-US" sz="1600" b="1" dirty="0">
                <a:solidFill>
                  <a:srgbClr val="15181D"/>
                </a:solidFill>
                <a:latin typeface="Segoe UI" pitchFamily="34" charset="0"/>
                <a:ea typeface="Segoe UI" pitchFamily="34" charset="-122"/>
                <a:cs typeface="Segoe UI" pitchFamily="34" charset="-120"/>
              </a:rPr>
              <a:t>Automation / QA engineers</a:t>
            </a:r>
            <a:endParaRPr lang="en-US" sz="1600" dirty="0"/>
          </a:p>
        </p:txBody>
      </p:sp>
      <p:sp>
        <p:nvSpPr>
          <p:cNvPr id="12" name="s18_anim002"/>
          <p:cNvSpPr txBox="1"/>
          <p:nvPr/>
        </p:nvSpPr>
        <p:spPr>
          <a:xfrm>
            <a:off x="1048360" y="3054096"/>
            <a:ext cx="2706624" cy="731520"/>
          </a:xfrm>
          <a:prstGeom prst="rect">
            <a:avLst/>
          </a:prstGeom>
          <a:noFill/>
          <a:ln/>
        </p:spPr>
        <p:txBody>
          <a:bodyPr wrap="square" lIns="0" tIns="0" rIns="0" bIns="0" rtlCol="0" anchor="ctr"/>
          <a:lstStyle/>
          <a:p>
            <a:pPr marL="0" indent="0">
              <a:lnSpc>
                <a:spcPts val="1700"/>
              </a:lnSpc>
              <a:buNone/>
            </a:pPr>
            <a:r>
              <a:rPr lang="en-US" sz="1150" dirty="0">
                <a:solidFill>
                  <a:srgbClr val="8A93A0"/>
                </a:solidFill>
                <a:latin typeface="Segoe UI" pitchFamily="34" charset="0"/>
                <a:ea typeface="Segoe UI" pitchFamily="34" charset="-122"/>
                <a:cs typeface="Segoe UI" pitchFamily="34" charset="-120"/>
              </a:rPr>
              <a:t>Selenium &amp; API suites — the dominant home of TestNG</a:t>
            </a:r>
            <a:endParaRPr lang="en-US" sz="1150" dirty="0"/>
          </a:p>
        </p:txBody>
      </p:sp>
      <p:sp>
        <p:nvSpPr>
          <p:cNvPr id="13" name="s18_anim003"/>
          <p:cNvSpPr/>
          <p:nvPr/>
        </p:nvSpPr>
        <p:spPr>
          <a:xfrm>
            <a:off x="4449928" y="2148840"/>
            <a:ext cx="3291840" cy="1691640"/>
          </a:xfrm>
          <a:prstGeom prst="roundRect">
            <a:avLst>
              <a:gd name="adj" fmla="val 7027"/>
            </a:avLst>
          </a:prstGeom>
          <a:solidFill>
            <a:srgbClr val="F7F8FA"/>
          </a:solidFill>
          <a:ln w="12700">
            <a:solidFill>
              <a:srgbClr val="E6E9EF"/>
            </a:solidFill>
            <a:prstDash val="solid"/>
          </a:ln>
          <a:effectLst>
            <a:outerShdw blurRad="177800" dist="38100" dir="5400000" algn="bl" rotWithShape="0">
              <a:srgbClr val="101C28">
                <a:alpha val="9000"/>
              </a:srgbClr>
            </a:outerShdw>
          </a:effectLst>
        </p:spPr>
      </p:sp>
      <p:sp>
        <p:nvSpPr>
          <p:cNvPr id="14" name="s18_anim003"/>
          <p:cNvSpPr txBox="1"/>
          <p:nvPr/>
        </p:nvSpPr>
        <p:spPr>
          <a:xfrm>
            <a:off x="4742536" y="2423160"/>
            <a:ext cx="2706624" cy="658368"/>
          </a:xfrm>
          <a:prstGeom prst="rect">
            <a:avLst/>
          </a:prstGeom>
          <a:noFill/>
          <a:ln/>
        </p:spPr>
        <p:txBody>
          <a:bodyPr wrap="square" lIns="0" tIns="0" rIns="0" bIns="0" rtlCol="0" anchor="ctr"/>
          <a:lstStyle/>
          <a:p>
            <a:pPr marL="0" indent="0">
              <a:buNone/>
            </a:pPr>
            <a:r>
              <a:rPr lang="en-US" sz="1600" b="1" dirty="0">
                <a:solidFill>
                  <a:srgbClr val="15181D"/>
                </a:solidFill>
                <a:latin typeface="Segoe UI" pitchFamily="34" charset="0"/>
                <a:ea typeface="Segoe UI" pitchFamily="34" charset="-122"/>
                <a:cs typeface="Segoe UI" pitchFamily="34" charset="-120"/>
              </a:rPr>
              <a:t>Developers</a:t>
            </a:r>
            <a:endParaRPr lang="en-US" sz="1600" dirty="0"/>
          </a:p>
        </p:txBody>
      </p:sp>
      <p:sp>
        <p:nvSpPr>
          <p:cNvPr id="15" name="s18_anim003"/>
          <p:cNvSpPr txBox="1"/>
          <p:nvPr/>
        </p:nvSpPr>
        <p:spPr>
          <a:xfrm>
            <a:off x="4742536" y="3054096"/>
            <a:ext cx="2706624" cy="731520"/>
          </a:xfrm>
          <a:prstGeom prst="rect">
            <a:avLst/>
          </a:prstGeom>
          <a:noFill/>
          <a:ln/>
        </p:spPr>
        <p:txBody>
          <a:bodyPr wrap="square" lIns="0" tIns="0" rIns="0" bIns="0" rtlCol="0" anchor="ctr"/>
          <a:lstStyle/>
          <a:p>
            <a:pPr marL="0" indent="0">
              <a:lnSpc>
                <a:spcPts val="1700"/>
              </a:lnSpc>
              <a:buNone/>
            </a:pPr>
            <a:r>
              <a:rPr lang="en-US" sz="1150" dirty="0">
                <a:solidFill>
                  <a:srgbClr val="8A93A0"/>
                </a:solidFill>
                <a:latin typeface="Segoe UI" pitchFamily="34" charset="0"/>
                <a:ea typeface="Segoe UI" pitchFamily="34" charset="-122"/>
                <a:cs typeface="Segoe UI" pitchFamily="34" charset="-120"/>
              </a:rPr>
              <a:t>Integration &amp; service-level tests</a:t>
            </a:r>
            <a:endParaRPr lang="en-US" sz="1150" dirty="0"/>
          </a:p>
        </p:txBody>
      </p:sp>
      <p:sp>
        <p:nvSpPr>
          <p:cNvPr id="16" name="s18_anim004"/>
          <p:cNvSpPr/>
          <p:nvPr/>
        </p:nvSpPr>
        <p:spPr>
          <a:xfrm>
            <a:off x="8144104" y="2148840"/>
            <a:ext cx="3291840" cy="1691640"/>
          </a:xfrm>
          <a:prstGeom prst="roundRect">
            <a:avLst>
              <a:gd name="adj" fmla="val 7027"/>
            </a:avLst>
          </a:prstGeom>
          <a:solidFill>
            <a:srgbClr val="F7F8FA"/>
          </a:solidFill>
          <a:ln w="12700">
            <a:solidFill>
              <a:srgbClr val="E6E9EF"/>
            </a:solidFill>
            <a:prstDash val="solid"/>
          </a:ln>
          <a:effectLst>
            <a:outerShdw blurRad="177800" dist="38100" dir="5400000" algn="bl" rotWithShape="0">
              <a:srgbClr val="101C28">
                <a:alpha val="9000"/>
              </a:srgbClr>
            </a:outerShdw>
          </a:effectLst>
        </p:spPr>
      </p:sp>
      <p:sp>
        <p:nvSpPr>
          <p:cNvPr id="17" name="s18_anim004"/>
          <p:cNvSpPr txBox="1"/>
          <p:nvPr/>
        </p:nvSpPr>
        <p:spPr>
          <a:xfrm>
            <a:off x="8436712" y="2423160"/>
            <a:ext cx="2706624" cy="658368"/>
          </a:xfrm>
          <a:prstGeom prst="rect">
            <a:avLst/>
          </a:prstGeom>
          <a:noFill/>
          <a:ln/>
        </p:spPr>
        <p:txBody>
          <a:bodyPr wrap="square" lIns="0" tIns="0" rIns="0" bIns="0" rtlCol="0" anchor="ctr"/>
          <a:lstStyle/>
          <a:p>
            <a:pPr marL="0" indent="0">
              <a:buNone/>
            </a:pPr>
            <a:r>
              <a:rPr lang="en-US" sz="1600" b="1" dirty="0">
                <a:solidFill>
                  <a:srgbClr val="15181D"/>
                </a:solidFill>
                <a:latin typeface="Segoe UI" pitchFamily="34" charset="0"/>
                <a:ea typeface="Segoe UI" pitchFamily="34" charset="-122"/>
                <a:cs typeface="Segoe UI" pitchFamily="34" charset="-120"/>
              </a:rPr>
              <a:t>DevOps</a:t>
            </a:r>
            <a:endParaRPr lang="en-US" sz="1600" dirty="0"/>
          </a:p>
        </p:txBody>
      </p:sp>
      <p:sp>
        <p:nvSpPr>
          <p:cNvPr id="18" name="s18_anim004"/>
          <p:cNvSpPr txBox="1"/>
          <p:nvPr/>
        </p:nvSpPr>
        <p:spPr>
          <a:xfrm>
            <a:off x="8436712" y="3054096"/>
            <a:ext cx="2706624" cy="731520"/>
          </a:xfrm>
          <a:prstGeom prst="rect">
            <a:avLst/>
          </a:prstGeom>
          <a:noFill/>
          <a:ln/>
        </p:spPr>
        <p:txBody>
          <a:bodyPr wrap="square" lIns="0" tIns="0" rIns="0" bIns="0" rtlCol="0" anchor="ctr"/>
          <a:lstStyle/>
          <a:p>
            <a:pPr marL="0" indent="0">
              <a:lnSpc>
                <a:spcPts val="1700"/>
              </a:lnSpc>
              <a:buNone/>
            </a:pPr>
            <a:r>
              <a:rPr lang="en-US" sz="1150" dirty="0">
                <a:solidFill>
                  <a:srgbClr val="8A93A0"/>
                </a:solidFill>
                <a:latin typeface="Segoe UI" pitchFamily="34" charset="0"/>
                <a:ea typeface="Segoe UI" pitchFamily="34" charset="-122"/>
                <a:cs typeface="Segoe UI" pitchFamily="34" charset="-120"/>
              </a:rPr>
              <a:t>Gating pipelines by group</a:t>
            </a:r>
            <a:endParaRPr lang="en-US" sz="1150" dirty="0"/>
          </a:p>
        </p:txBody>
      </p:sp>
      <p:pic>
        <p:nvPicPr>
          <p:cNvPr id="19" name="s18_anim005" descr="D:\learning material\SWT\_build\img\selenium.png"/>
          <p:cNvPicPr>
            <a:picLocks noChangeAspect="1"/>
          </p:cNvPicPr>
          <p:nvPr/>
        </p:nvPicPr>
        <p:blipFill>
          <a:blip r:embed="rId3"/>
          <a:stretch>
            <a:fillRect/>
          </a:stretch>
        </p:blipFill>
        <p:spPr>
          <a:xfrm>
            <a:off x="966064" y="4434840"/>
            <a:ext cx="566928" cy="566928"/>
          </a:xfrm>
          <a:prstGeom prst="rect">
            <a:avLst/>
          </a:prstGeom>
        </p:spPr>
      </p:pic>
      <p:pic>
        <p:nvPicPr>
          <p:cNvPr id="20" name="s18_anim005" descr="D:\learning material\SWT\_build\img\appium.png"/>
          <p:cNvPicPr>
            <a:picLocks noChangeAspect="1"/>
          </p:cNvPicPr>
          <p:nvPr/>
        </p:nvPicPr>
        <p:blipFill>
          <a:blip r:embed="rId4"/>
          <a:stretch>
            <a:fillRect/>
          </a:stretch>
        </p:blipFill>
        <p:spPr>
          <a:xfrm>
            <a:off x="1935328" y="4434840"/>
            <a:ext cx="566928" cy="566928"/>
          </a:xfrm>
          <a:prstGeom prst="rect">
            <a:avLst/>
          </a:prstGeom>
        </p:spPr>
      </p:pic>
      <p:pic>
        <p:nvPicPr>
          <p:cNvPr id="21" name="s18_anim005" descr="D:\learning material\SWT\_build\img\postman.png"/>
          <p:cNvPicPr>
            <a:picLocks noChangeAspect="1"/>
          </p:cNvPicPr>
          <p:nvPr/>
        </p:nvPicPr>
        <p:blipFill>
          <a:blip r:embed="rId5"/>
          <a:stretch>
            <a:fillRect/>
          </a:stretch>
        </p:blipFill>
        <p:spPr>
          <a:xfrm>
            <a:off x="2904592" y="4434840"/>
            <a:ext cx="566928" cy="566928"/>
          </a:xfrm>
          <a:prstGeom prst="rect">
            <a:avLst/>
          </a:prstGeom>
        </p:spPr>
      </p:pic>
      <p:pic>
        <p:nvPicPr>
          <p:cNvPr id="22" name="s18_anim005" descr="D:\learning material\SWT\_build\img\maven.png"/>
          <p:cNvPicPr>
            <a:picLocks noChangeAspect="1"/>
          </p:cNvPicPr>
          <p:nvPr/>
        </p:nvPicPr>
        <p:blipFill>
          <a:blip r:embed="rId6"/>
          <a:stretch>
            <a:fillRect/>
          </a:stretch>
        </p:blipFill>
        <p:spPr>
          <a:xfrm>
            <a:off x="3873856" y="4434840"/>
            <a:ext cx="566928" cy="566928"/>
          </a:xfrm>
          <a:prstGeom prst="rect">
            <a:avLst/>
          </a:prstGeom>
        </p:spPr>
      </p:pic>
      <p:pic>
        <p:nvPicPr>
          <p:cNvPr id="23" name="s18_anim005" descr="D:\learning material\SWT\_build\img\gradle.png"/>
          <p:cNvPicPr>
            <a:picLocks noChangeAspect="1"/>
          </p:cNvPicPr>
          <p:nvPr/>
        </p:nvPicPr>
        <p:blipFill>
          <a:blip r:embed="rId7"/>
          <a:stretch>
            <a:fillRect/>
          </a:stretch>
        </p:blipFill>
        <p:spPr>
          <a:xfrm>
            <a:off x="4843120" y="4434840"/>
            <a:ext cx="566928" cy="566928"/>
          </a:xfrm>
          <a:prstGeom prst="rect">
            <a:avLst/>
          </a:prstGeom>
        </p:spPr>
      </p:pic>
      <p:pic>
        <p:nvPicPr>
          <p:cNvPr id="24" name="s18_anim005" descr="D:\learning material\SWT\_build\img\jenkins.png"/>
          <p:cNvPicPr>
            <a:picLocks noChangeAspect="1"/>
          </p:cNvPicPr>
          <p:nvPr/>
        </p:nvPicPr>
        <p:blipFill>
          <a:blip r:embed="rId8"/>
          <a:stretch>
            <a:fillRect/>
          </a:stretch>
        </p:blipFill>
        <p:spPr>
          <a:xfrm>
            <a:off x="5812384" y="4434840"/>
            <a:ext cx="566928" cy="566928"/>
          </a:xfrm>
          <a:prstGeom prst="rect">
            <a:avLst/>
          </a:prstGeom>
        </p:spPr>
      </p:pic>
      <p:pic>
        <p:nvPicPr>
          <p:cNvPr id="25" name="s18_anim005" descr="D:\learning material\SWT\_build\img\ghactions.png"/>
          <p:cNvPicPr>
            <a:picLocks noChangeAspect="1"/>
          </p:cNvPicPr>
          <p:nvPr/>
        </p:nvPicPr>
        <p:blipFill>
          <a:blip r:embed="rId9"/>
          <a:stretch>
            <a:fillRect/>
          </a:stretch>
        </p:blipFill>
        <p:spPr>
          <a:xfrm>
            <a:off x="6781648" y="4434840"/>
            <a:ext cx="566928" cy="566928"/>
          </a:xfrm>
          <a:prstGeom prst="rect">
            <a:avLst/>
          </a:prstGeom>
        </p:spPr>
      </p:pic>
      <p:pic>
        <p:nvPicPr>
          <p:cNvPr id="26" name="s18_anim005" descr="D:\learning material\SWT\_build\img\gitlab.png"/>
          <p:cNvPicPr>
            <a:picLocks noChangeAspect="1"/>
          </p:cNvPicPr>
          <p:nvPr/>
        </p:nvPicPr>
        <p:blipFill>
          <a:blip r:embed="rId10"/>
          <a:stretch>
            <a:fillRect/>
          </a:stretch>
        </p:blipFill>
        <p:spPr>
          <a:xfrm>
            <a:off x="7750912" y="4434840"/>
            <a:ext cx="566928" cy="566928"/>
          </a:xfrm>
          <a:prstGeom prst="rect">
            <a:avLst/>
          </a:prstGeom>
        </p:spPr>
      </p:pic>
      <p:pic>
        <p:nvPicPr>
          <p:cNvPr id="27" name="s18_anim005" descr="D:\learning material\SWT\_build\img\intellij.png"/>
          <p:cNvPicPr>
            <a:picLocks noChangeAspect="1"/>
          </p:cNvPicPr>
          <p:nvPr/>
        </p:nvPicPr>
        <p:blipFill>
          <a:blip r:embed="rId11"/>
          <a:stretch>
            <a:fillRect/>
          </a:stretch>
        </p:blipFill>
        <p:spPr>
          <a:xfrm>
            <a:off x="8720176" y="4434840"/>
            <a:ext cx="566928" cy="566928"/>
          </a:xfrm>
          <a:prstGeom prst="rect">
            <a:avLst/>
          </a:prstGeom>
        </p:spPr>
      </p:pic>
      <p:pic>
        <p:nvPicPr>
          <p:cNvPr id="28" name="s18_anim005" descr="D:\learning material\SWT\_build\img\eclipse.png"/>
          <p:cNvPicPr>
            <a:picLocks noChangeAspect="1"/>
          </p:cNvPicPr>
          <p:nvPr/>
        </p:nvPicPr>
        <p:blipFill>
          <a:blip r:embed="rId12"/>
          <a:stretch>
            <a:fillRect/>
          </a:stretch>
        </p:blipFill>
        <p:spPr>
          <a:xfrm>
            <a:off x="9689440" y="4434840"/>
            <a:ext cx="566928" cy="566928"/>
          </a:xfrm>
          <a:prstGeom prst="rect">
            <a:avLst/>
          </a:prstGeom>
        </p:spPr>
      </p:pic>
      <p:pic>
        <p:nvPicPr>
          <p:cNvPr id="29" name="s18_anim005" descr="D:\learning material\SWT\_build\img\docker.png"/>
          <p:cNvPicPr>
            <a:picLocks noChangeAspect="1"/>
          </p:cNvPicPr>
          <p:nvPr/>
        </p:nvPicPr>
        <p:blipFill>
          <a:blip r:embed="rId13"/>
          <a:stretch>
            <a:fillRect/>
          </a:stretch>
        </p:blipFill>
        <p:spPr>
          <a:xfrm>
            <a:off x="10658704" y="4434840"/>
            <a:ext cx="566928" cy="566928"/>
          </a:xfrm>
          <a:prstGeom prst="rect">
            <a:avLst/>
          </a:prstGeom>
        </p:spPr>
      </p:pic>
      <p:sp>
        <p:nvSpPr>
          <p:cNvPr id="30" name="s18_anim006"/>
          <p:cNvSpPr txBox="1"/>
          <p:nvPr/>
        </p:nvSpPr>
        <p:spPr>
          <a:xfrm>
            <a:off x="731520" y="5349240"/>
            <a:ext cx="10725912" cy="365760"/>
          </a:xfrm>
          <a:prstGeom prst="rect">
            <a:avLst/>
          </a:prstGeom>
          <a:noFill/>
          <a:ln/>
        </p:spPr>
        <p:txBody>
          <a:bodyPr wrap="square" lIns="0" tIns="0" rIns="0" bIns="0" rtlCol="0" anchor="ctr"/>
          <a:lstStyle/>
          <a:p>
            <a:pPr marL="0" indent="0" algn="ctr">
              <a:buNone/>
            </a:pPr>
            <a:r>
              <a:rPr lang="en-US" sz="1150" dirty="0">
                <a:solidFill>
                  <a:srgbClr val="8A93A0"/>
                </a:solidFill>
                <a:latin typeface="Segoe UI" pitchFamily="34" charset="0"/>
                <a:ea typeface="Segoe UI" pitchFamily="34" charset="-122"/>
                <a:cs typeface="Segoe UI" pitchFamily="34" charset="-120"/>
              </a:rPr>
              <a:t>Runs from Maven, Gradle and the command line — so it drops straight into any pipeline</a:t>
            </a:r>
            <a:endParaRPr lang="en-US" sz="11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0" presetID="10" presetClass="entr" presetSubtype="0" fill="hold" grpId="0" nodeType="withEffect">
                            <p:stCondLst>
                              <p:cond delay="22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22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44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44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44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66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66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grpId="0" nodeType="withEffect">
                            <p:stCondLst>
                              <p:cond delay="66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4" presetID="10" presetClass="entr" presetSubtype="0" fill="hold" grpId="0" nodeType="withEffect">
                            <p:stCondLst>
                              <p:cond delay="88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grpId="0" nodeType="withEffect">
                            <p:stCondLst>
                              <p:cond delay="88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88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88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6" presetID="10" presetClass="entr" presetSubtype="0" fill="hold" grpId="0" nodeType="withEffect">
                            <p:stCondLst>
                              <p:cond delay="88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49" presetID="10" presetClass="entr" presetSubtype="0" fill="hold" grpId="0" nodeType="withEffect">
                            <p:stCondLst>
                              <p:cond delay="88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par>
                          <p:cTn id="52" presetID="10" presetClass="entr" presetSubtype="0" fill="hold" grpId="0" nodeType="withEffect">
                            <p:stCondLst>
                              <p:cond delay="88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par>
                          <p:cTn id="55" presetID="10" presetClass="entr" presetSubtype="0" fill="hold" grpId="0" nodeType="withEffect">
                            <p:stCondLst>
                              <p:cond delay="88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par>
                          <p:cTn id="58" presetID="10" presetClass="entr" presetSubtype="0" fill="hold" grpId="0" nodeType="withEffect">
                            <p:stCondLst>
                              <p:cond delay="88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500"/>
                                  <p:tgtEl>
                                    <p:spTgt spid="27"/>
                                  </p:tgtEl>
                                </p:cBhvr>
                              </p:animEffect>
                            </p:childTnLst>
                          </p:cTn>
                        </p:par>
                        <p:par>
                          <p:cTn id="61" presetID="10" presetClass="entr" presetSubtype="0" fill="hold" grpId="0" nodeType="withEffect">
                            <p:stCondLst>
                              <p:cond delay="88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500"/>
                                  <p:tgtEl>
                                    <p:spTgt spid="28"/>
                                  </p:tgtEl>
                                </p:cBhvr>
                              </p:animEffect>
                            </p:childTnLst>
                          </p:cTn>
                        </p:par>
                        <p:par>
                          <p:cTn id="64" presetID="10" presetClass="entr" presetSubtype="0" fill="hold" grpId="0" nodeType="withEffect">
                            <p:stCondLst>
                              <p:cond delay="88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500"/>
                                  <p:tgtEl>
                                    <p:spTgt spid="29"/>
                                  </p:tgtEl>
                                </p:cBhvr>
                              </p:animEffect>
                            </p:childTnLst>
                          </p:cTn>
                        </p:par>
                        <p:par>
                          <p:cTn id="67" presetID="10" presetClass="entr" presetSubtype="0" fill="hold" grpId="0" nodeType="withEffect">
                            <p:stCondLst>
                              <p:cond delay="110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500"/>
                                  <p:tgtEl>
                                    <p:spTgt spid="3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p:bldP spid="20" grpId="0"/>
      <p:bldP spid="21" grpId="0"/>
      <p:bldP spid="22" grpId="0"/>
      <p:bldP spid="23" grpId="0"/>
      <p:bldP spid="24" grpId="0"/>
      <p:bldP spid="25" grpId="0"/>
      <p:bldP spid="26" grpId="0"/>
      <p:bldP spid="27" grpId="0"/>
      <p:bldP spid="28" grpId="0"/>
      <p:bldP spid="29" grpId="0"/>
      <p:bldP spid="3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chromeDot"/>
          <p:cNvSpPr/>
          <p:nvPr/>
        </p:nvSpPr>
        <p:spPr>
          <a:xfrm>
            <a:off x="685800" y="438912"/>
            <a:ext cx="329184" cy="329184"/>
          </a:xfrm>
          <a:prstGeom prst="ellipse">
            <a:avLst/>
          </a:prstGeom>
          <a:solidFill>
            <a:srgbClr val="6D28D9"/>
          </a:solidFill>
          <a:ln/>
        </p:spPr>
      </p:sp>
      <p:sp>
        <p:nvSpPr>
          <p:cNvPr id="3" name="chromeNum"/>
          <p:cNvSpPr txBox="1"/>
          <p:nvPr/>
        </p:nvSpPr>
        <p:spPr>
          <a:xfrm>
            <a:off x="685800" y="43891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III</a:t>
            </a:r>
            <a:endParaRPr lang="en-US" sz="1200" dirty="0"/>
          </a:p>
        </p:txBody>
      </p:sp>
      <p:sp>
        <p:nvSpPr>
          <p:cNvPr id="4" name="chromeLabel"/>
          <p:cNvSpPr txBox="1"/>
          <p:nvPr/>
        </p:nvSpPr>
        <p:spPr>
          <a:xfrm>
            <a:off x="1115568" y="438912"/>
            <a:ext cx="5486400" cy="329184"/>
          </a:xfrm>
          <a:prstGeom prst="rect">
            <a:avLst/>
          </a:prstGeom>
          <a:noFill/>
          <a:ln/>
        </p:spPr>
        <p:txBody>
          <a:bodyPr wrap="square" lIns="0" tIns="0" rIns="0" bIns="0" rtlCol="0" anchor="ctr"/>
          <a:lstStyle/>
          <a:p>
            <a:pPr marL="0" indent="0">
              <a:buNone/>
            </a:pPr>
            <a:r>
              <a:rPr lang="en-US" sz="1050" b="1" kern="0" spc="260" dirty="0">
                <a:solidFill>
                  <a:srgbClr val="6D28D9"/>
                </a:solidFill>
                <a:latin typeface="Segoe UI" pitchFamily="34" charset="0"/>
                <a:ea typeface="Segoe UI" pitchFamily="34" charset="-122"/>
                <a:cs typeface="Segoe UI" pitchFamily="34" charset="-120"/>
              </a:rPr>
              <a:t>REFERENCE</a:t>
            </a:r>
            <a:endParaRPr lang="en-US" sz="1050" dirty="0"/>
          </a:p>
        </p:txBody>
      </p:sp>
      <p:sp>
        <p:nvSpPr>
          <p:cNvPr id="5" name="rail0"/>
          <p:cNvSpPr/>
          <p:nvPr/>
        </p:nvSpPr>
        <p:spPr>
          <a:xfrm>
            <a:off x="685800" y="6236208"/>
            <a:ext cx="402336" cy="64008"/>
          </a:xfrm>
          <a:prstGeom prst="roundRect">
            <a:avLst>
              <a:gd name="adj" fmla="val 50000"/>
            </a:avLst>
          </a:prstGeom>
          <a:solidFill>
            <a:srgbClr val="DCDEE3"/>
          </a:solidFill>
          <a:ln/>
        </p:spPr>
      </p:sp>
      <p:sp>
        <p:nvSpPr>
          <p:cNvPr id="6" name="rail1"/>
          <p:cNvSpPr/>
          <p:nvPr/>
        </p:nvSpPr>
        <p:spPr>
          <a:xfrm>
            <a:off x="1197864" y="6236208"/>
            <a:ext cx="402336" cy="64008"/>
          </a:xfrm>
          <a:prstGeom prst="roundRect">
            <a:avLst>
              <a:gd name="adj" fmla="val 50000"/>
            </a:avLst>
          </a:prstGeom>
          <a:solidFill>
            <a:srgbClr val="DCDEE3"/>
          </a:solidFill>
          <a:ln/>
        </p:spPr>
      </p:sp>
      <p:sp>
        <p:nvSpPr>
          <p:cNvPr id="7" name="rail2"/>
          <p:cNvSpPr/>
          <p:nvPr/>
        </p:nvSpPr>
        <p:spPr>
          <a:xfrm>
            <a:off x="1709928" y="6236208"/>
            <a:ext cx="402336" cy="64008"/>
          </a:xfrm>
          <a:prstGeom prst="roundRect">
            <a:avLst>
              <a:gd name="adj" fmla="val 50000"/>
            </a:avLst>
          </a:prstGeom>
          <a:solidFill>
            <a:srgbClr val="6D28D9"/>
          </a:solidFill>
          <a:ln/>
        </p:spPr>
      </p:sp>
      <p:sp>
        <p:nvSpPr>
          <p:cNvPr id="8" name="chromePage"/>
          <p:cNvSpPr txBox="1"/>
          <p:nvPr/>
        </p:nvSpPr>
        <p:spPr>
          <a:xfrm>
            <a:off x="10241280" y="6089904"/>
            <a:ext cx="1280160" cy="365760"/>
          </a:xfrm>
          <a:prstGeom prst="rect">
            <a:avLst/>
          </a:prstGeom>
          <a:noFill/>
          <a:ln/>
        </p:spPr>
        <p:txBody>
          <a:bodyPr wrap="square" lIns="0" tIns="0" rIns="0" bIns="0" rtlCol="0" anchor="ctr"/>
          <a:lstStyle/>
          <a:p>
            <a:pPr marL="0" indent="0" algn="r">
              <a:buNone/>
            </a:pPr>
            <a:r>
              <a:rPr lang="en-US" sz="1050" b="1" kern="0" spc="120" dirty="0">
                <a:solidFill>
                  <a:srgbClr val="3C4450"/>
                </a:solidFill>
                <a:latin typeface="Segoe UI" pitchFamily="34" charset="0"/>
                <a:ea typeface="Segoe UI" pitchFamily="34" charset="-122"/>
                <a:cs typeface="Segoe UI" pitchFamily="34" charset="-120"/>
              </a:rPr>
              <a:t>19</a:t>
            </a:r>
            <a:r>
              <a:rPr lang="en-US" sz="1050" kern="0" spc="120" dirty="0">
                <a:solidFill>
                  <a:srgbClr val="B6BDC8"/>
                </a:solidFill>
                <a:latin typeface="Segoe UI" pitchFamily="34" charset="0"/>
                <a:ea typeface="Segoe UI" pitchFamily="34" charset="-122"/>
                <a:cs typeface="Segoe UI" pitchFamily="34" charset="-120"/>
              </a:rPr>
              <a:t>  / 20</a:t>
            </a:r>
            <a:endParaRPr lang="en-US" sz="1050" dirty="0"/>
          </a:p>
        </p:txBody>
      </p:sp>
      <p:sp>
        <p:nvSpPr>
          <p:cNvPr id="9" name="s19_anim001"/>
          <p:cNvSpPr txBox="1"/>
          <p:nvPr/>
        </p:nvSpPr>
        <p:spPr>
          <a:xfrm>
            <a:off x="731520" y="1078992"/>
            <a:ext cx="10725912" cy="822960"/>
          </a:xfrm>
          <a:prstGeom prst="rect">
            <a:avLst/>
          </a:prstGeom>
          <a:noFill/>
          <a:ln/>
        </p:spPr>
        <p:txBody>
          <a:bodyPr wrap="square" lIns="0" tIns="0" rIns="0" bIns="0" rtlCol="0" anchor="ctr"/>
          <a:lstStyle/>
          <a:p>
            <a:pPr marL="0" indent="0" algn="ctr">
              <a:buNone/>
            </a:pPr>
            <a:r>
              <a:rPr lang="en-US" sz="3400" b="1" dirty="0">
                <a:solidFill>
                  <a:srgbClr val="15181D"/>
                </a:solidFill>
                <a:latin typeface="Segoe UI" pitchFamily="34" charset="0"/>
                <a:ea typeface="Segoe UI" pitchFamily="34" charset="-122"/>
                <a:cs typeface="Segoe UI" pitchFamily="34" charset="-120"/>
              </a:rPr>
              <a:t>Still shipping </a:t>
            </a:r>
            <a:r>
              <a:rPr lang="en-US" sz="3400" b="1" dirty="0">
                <a:solidFill>
                  <a:srgbClr val="6D28D9"/>
                </a:solidFill>
                <a:latin typeface="Segoe UI" pitchFamily="34" charset="0"/>
                <a:ea typeface="Segoe UI" pitchFamily="34" charset="-122"/>
                <a:cs typeface="Segoe UI" pitchFamily="34" charset="-120"/>
              </a:rPr>
              <a:t>today</a:t>
            </a:r>
            <a:endParaRPr lang="en-US" sz="3400" dirty="0"/>
          </a:p>
        </p:txBody>
      </p:sp>
      <p:pic>
        <p:nvPicPr>
          <p:cNvPr id="10" name="s19_anim002" descr="D:\learning material\SWT\_build\img\b_version.png"/>
          <p:cNvPicPr>
            <a:picLocks noChangeAspect="1"/>
          </p:cNvPicPr>
          <p:nvPr/>
        </p:nvPicPr>
        <p:blipFill>
          <a:blip r:embed="rId3"/>
          <a:stretch>
            <a:fillRect/>
          </a:stretch>
        </p:blipFill>
        <p:spPr>
          <a:xfrm>
            <a:off x="1847545" y="2331720"/>
            <a:ext cx="3024835" cy="420624"/>
          </a:xfrm>
          <a:prstGeom prst="rect">
            <a:avLst/>
          </a:prstGeom>
        </p:spPr>
      </p:pic>
      <p:pic>
        <p:nvPicPr>
          <p:cNvPr id="11" name="s19_anim002" descr="D:\learning material\SWT\_build\img\b_commit.png"/>
          <p:cNvPicPr>
            <a:picLocks noChangeAspect="1"/>
          </p:cNvPicPr>
          <p:nvPr/>
        </p:nvPicPr>
        <p:blipFill>
          <a:blip r:embed="rId4"/>
          <a:stretch>
            <a:fillRect/>
          </a:stretch>
        </p:blipFill>
        <p:spPr>
          <a:xfrm>
            <a:off x="5146700" y="2331720"/>
            <a:ext cx="3158338" cy="420624"/>
          </a:xfrm>
          <a:prstGeom prst="rect">
            <a:avLst/>
          </a:prstGeom>
        </p:spPr>
      </p:pic>
      <p:pic>
        <p:nvPicPr>
          <p:cNvPr id="12" name="s19_anim002" descr="D:\learning material\SWT\_build\img\b_stars.png"/>
          <p:cNvPicPr>
            <a:picLocks noChangeAspect="1"/>
          </p:cNvPicPr>
          <p:nvPr/>
        </p:nvPicPr>
        <p:blipFill>
          <a:blip r:embed="rId5"/>
          <a:stretch>
            <a:fillRect/>
          </a:stretch>
        </p:blipFill>
        <p:spPr>
          <a:xfrm>
            <a:off x="8579358" y="2331720"/>
            <a:ext cx="1764792" cy="420624"/>
          </a:xfrm>
          <a:prstGeom prst="rect">
            <a:avLst/>
          </a:prstGeom>
        </p:spPr>
      </p:pic>
      <p:pic>
        <p:nvPicPr>
          <p:cNvPr id="13" name="s19_anim003" descr="D:\learning material\SWT\_build\img\b_contrib.png"/>
          <p:cNvPicPr>
            <a:picLocks noChangeAspect="1"/>
          </p:cNvPicPr>
          <p:nvPr/>
        </p:nvPicPr>
        <p:blipFill>
          <a:blip r:embed="rId6"/>
          <a:stretch>
            <a:fillRect/>
          </a:stretch>
        </p:blipFill>
        <p:spPr>
          <a:xfrm>
            <a:off x="2296058" y="3026664"/>
            <a:ext cx="2539289" cy="420624"/>
          </a:xfrm>
          <a:prstGeom prst="rect">
            <a:avLst/>
          </a:prstGeom>
        </p:spPr>
      </p:pic>
      <p:pic>
        <p:nvPicPr>
          <p:cNvPr id="14" name="s19_anim003" descr="D:\learning material\SWT\_build\img\b_license.png"/>
          <p:cNvPicPr>
            <a:picLocks noChangeAspect="1"/>
          </p:cNvPicPr>
          <p:nvPr/>
        </p:nvPicPr>
        <p:blipFill>
          <a:blip r:embed="rId7"/>
          <a:stretch>
            <a:fillRect/>
          </a:stretch>
        </p:blipFill>
        <p:spPr>
          <a:xfrm>
            <a:off x="5109667" y="3026664"/>
            <a:ext cx="2695651" cy="420624"/>
          </a:xfrm>
          <a:prstGeom prst="rect">
            <a:avLst/>
          </a:prstGeom>
        </p:spPr>
      </p:pic>
      <p:pic>
        <p:nvPicPr>
          <p:cNvPr id="15" name="s19_anim003" descr="D:\learning material\SWT\_build\img\b_java.png"/>
          <p:cNvPicPr>
            <a:picLocks noChangeAspect="1"/>
          </p:cNvPicPr>
          <p:nvPr/>
        </p:nvPicPr>
        <p:blipFill>
          <a:blip r:embed="rId8"/>
          <a:stretch>
            <a:fillRect/>
          </a:stretch>
        </p:blipFill>
        <p:spPr>
          <a:xfrm>
            <a:off x="8079638" y="3026664"/>
            <a:ext cx="1815998" cy="420624"/>
          </a:xfrm>
          <a:prstGeom prst="rect">
            <a:avLst/>
          </a:prstGeom>
        </p:spPr>
      </p:pic>
      <p:sp>
        <p:nvSpPr>
          <p:cNvPr id="16" name="s19_anim004"/>
          <p:cNvSpPr txBox="1"/>
          <p:nvPr/>
        </p:nvSpPr>
        <p:spPr>
          <a:xfrm>
            <a:off x="731520" y="4114800"/>
            <a:ext cx="10725912" cy="457200"/>
          </a:xfrm>
          <a:prstGeom prst="rect">
            <a:avLst/>
          </a:prstGeom>
          <a:noFill/>
          <a:ln/>
        </p:spPr>
        <p:txBody>
          <a:bodyPr wrap="square" lIns="0" tIns="0" rIns="0" bIns="0" rtlCol="0" anchor="ctr"/>
          <a:lstStyle/>
          <a:p>
            <a:pPr marL="0" indent="0" algn="ctr">
              <a:buNone/>
            </a:pPr>
            <a:r>
              <a:rPr lang="en-US" sz="1800" b="1" dirty="0">
                <a:solidFill>
                  <a:srgbClr val="15181D"/>
                </a:solidFill>
                <a:latin typeface="Segoe UI" pitchFamily="34" charset="0"/>
                <a:ea typeface="Segoe UI" pitchFamily="34" charset="-122"/>
                <a:cs typeface="Segoe UI" pitchFamily="34" charset="-120"/>
              </a:rPr>
              <a:t>testng.org</a:t>
            </a:r>
            <a:r>
              <a:rPr lang="en-US" sz="1800" dirty="0">
                <a:solidFill>
                  <a:srgbClr val="B6BDC8"/>
                </a:solidFill>
                <a:latin typeface="Segoe UI" pitchFamily="34" charset="0"/>
                <a:ea typeface="Segoe UI" pitchFamily="34" charset="-122"/>
                <a:cs typeface="Segoe UI" pitchFamily="34" charset="-120"/>
              </a:rPr>
              <a:t>     ·     </a:t>
            </a:r>
            <a:r>
              <a:rPr lang="en-US" sz="1800" b="1" dirty="0">
                <a:solidFill>
                  <a:srgbClr val="15181D"/>
                </a:solidFill>
                <a:latin typeface="Segoe UI" pitchFamily="34" charset="0"/>
                <a:ea typeface="Segoe UI" pitchFamily="34" charset="-122"/>
                <a:cs typeface="Segoe UI" pitchFamily="34" charset="-120"/>
              </a:rPr>
              <a:t>github.com/testng-team/testng</a:t>
            </a:r>
            <a:endParaRPr lang="en-US" sz="1800" dirty="0"/>
          </a:p>
        </p:txBody>
      </p:sp>
      <p:sp>
        <p:nvSpPr>
          <p:cNvPr id="17" name="s19_anim005"/>
          <p:cNvSpPr txBox="1"/>
          <p:nvPr/>
        </p:nvSpPr>
        <p:spPr>
          <a:xfrm>
            <a:off x="731520" y="4709160"/>
            <a:ext cx="10725912" cy="365760"/>
          </a:xfrm>
          <a:prstGeom prst="rect">
            <a:avLst/>
          </a:prstGeom>
          <a:noFill/>
          <a:ln/>
        </p:spPr>
        <p:txBody>
          <a:bodyPr wrap="square" lIns="0" tIns="0" rIns="0" bIns="0" rtlCol="0" anchor="ctr"/>
          <a:lstStyle/>
          <a:p>
            <a:pPr marL="0" indent="0" algn="ctr">
              <a:buNone/>
            </a:pPr>
            <a:r>
              <a:rPr lang="en-US" sz="1150" dirty="0">
                <a:solidFill>
                  <a:srgbClr val="8A93A0"/>
                </a:solidFill>
                <a:latin typeface="Segoe UI" pitchFamily="34" charset="0"/>
                <a:ea typeface="Segoe UI" pitchFamily="34" charset="-122"/>
                <a:cs typeface="Segoe UI" pitchFamily="34" charset="-120"/>
              </a:rPr>
              <a:t>Live project figures, captured 21 September 2026</a:t>
            </a:r>
            <a:endParaRPr lang="en-US" sz="11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0" presetID="10" presetClass="entr" presetSubtype="0" fill="hold" grpId="0" nodeType="withEffect">
                            <p:stCondLst>
                              <p:cond delay="22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22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44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44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44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66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88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P spid="12" grpId="0"/>
      <p:bldP spid="13" grpId="0"/>
      <p:bldP spid="14" grpId="0"/>
      <p:bldP spid="15" grpId="0"/>
      <p:bldP spid="16" grpId="0" animBg="1"/>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71C"/>
        </a:solidFill>
        <a:effectLst/>
      </p:bgPr>
    </p:bg>
    <p:spTree>
      <p:nvGrpSpPr>
        <p:cNvPr id="1" name=""/>
        <p:cNvGrpSpPr/>
        <p:nvPr/>
      </p:nvGrpSpPr>
      <p:grpSpPr>
        <a:xfrm>
          <a:off x="0" y="0"/>
          <a:ext cx="0" cy="0"/>
          <a:chOff x="0" y="0"/>
          <a:chExt cx="0" cy="0"/>
        </a:xfrm>
      </p:grpSpPr>
      <p:sp>
        <p:nvSpPr>
          <p:cNvPr id="2" name="s20_anim001"/>
          <p:cNvSpPr txBox="1"/>
          <p:nvPr/>
        </p:nvSpPr>
        <p:spPr>
          <a:xfrm>
            <a:off x="594360" y="2286000"/>
            <a:ext cx="11000232" cy="1737360"/>
          </a:xfrm>
          <a:prstGeom prst="rect">
            <a:avLst/>
          </a:prstGeom>
          <a:noFill/>
          <a:ln/>
        </p:spPr>
        <p:txBody>
          <a:bodyPr wrap="square" lIns="0" tIns="0" rIns="0" bIns="0" rtlCol="0" anchor="ctr"/>
          <a:lstStyle/>
          <a:p>
            <a:pPr marL="0" indent="0" algn="ctr">
              <a:lnSpc>
                <a:spcPts val="6000"/>
              </a:lnSpc>
              <a:buNone/>
            </a:pPr>
            <a:r>
              <a:rPr lang="en-US" sz="4600" b="1" dirty="0">
                <a:solidFill>
                  <a:srgbClr val="FFFFFF"/>
                </a:solidFill>
                <a:latin typeface="Segoe UI" pitchFamily="34" charset="0"/>
                <a:ea typeface="Segoe UI" pitchFamily="34" charset="-122"/>
                <a:cs typeface="Segoe UI" pitchFamily="34" charset="-120"/>
              </a:rPr>
              <a:t>Not a test runner.</a:t>
            </a:r>
            <a:endParaRPr lang="en-US" sz="4600" dirty="0"/>
          </a:p>
          <a:p>
            <a:pPr marL="0" indent="0" algn="ctr">
              <a:lnSpc>
                <a:spcPts val="6000"/>
              </a:lnSpc>
              <a:buNone/>
            </a:pPr>
            <a:r>
              <a:rPr lang="en-US" sz="4600" b="1" dirty="0">
                <a:solidFill>
                  <a:srgbClr val="FFFFFF"/>
                </a:solidFill>
                <a:latin typeface="Segoe UI" pitchFamily="34" charset="0"/>
                <a:ea typeface="Segoe UI" pitchFamily="34" charset="-122"/>
                <a:cs typeface="Segoe UI" pitchFamily="34" charset="-120"/>
              </a:rPr>
              <a:t>A test </a:t>
            </a:r>
            <a:r>
              <a:rPr lang="en-US" sz="4600" b="1" dirty="0">
                <a:solidFill>
                  <a:srgbClr val="9B6BF2"/>
                </a:solidFill>
                <a:latin typeface="Segoe UI" pitchFamily="34" charset="0"/>
                <a:ea typeface="Segoe UI" pitchFamily="34" charset="-122"/>
                <a:cs typeface="Segoe UI" pitchFamily="34" charset="-120"/>
              </a:rPr>
              <a:t>orchestrator</a:t>
            </a:r>
            <a:r>
              <a:rPr lang="en-US" sz="4600" b="1" dirty="0">
                <a:solidFill>
                  <a:srgbClr val="FFFFFF"/>
                </a:solidFill>
                <a:latin typeface="Segoe UI" pitchFamily="34" charset="0"/>
                <a:ea typeface="Segoe UI" pitchFamily="34" charset="-122"/>
                <a:cs typeface="Segoe UI" pitchFamily="34" charset="-120"/>
              </a:rPr>
              <a:t>.</a:t>
            </a:r>
            <a:endParaRPr lang="en-US" sz="4600" dirty="0"/>
          </a:p>
        </p:txBody>
      </p:sp>
      <p:sp>
        <p:nvSpPr>
          <p:cNvPr id="3" name="s20_anim002"/>
          <p:cNvSpPr txBox="1"/>
          <p:nvPr/>
        </p:nvSpPr>
        <p:spPr>
          <a:xfrm>
            <a:off x="731520" y="4434840"/>
            <a:ext cx="10725912" cy="457200"/>
          </a:xfrm>
          <a:prstGeom prst="rect">
            <a:avLst/>
          </a:prstGeom>
          <a:noFill/>
          <a:ln/>
        </p:spPr>
        <p:txBody>
          <a:bodyPr wrap="square" lIns="0" tIns="0" rIns="0" bIns="0" rtlCol="0" anchor="ctr"/>
          <a:lstStyle/>
          <a:p>
            <a:pPr marL="0" indent="0" algn="ctr">
              <a:buNone/>
            </a:pPr>
            <a:r>
              <a:rPr lang="en-US" sz="1700" dirty="0">
                <a:solidFill>
                  <a:srgbClr val="8A93A0"/>
                </a:solidFill>
                <a:latin typeface="Segoe UI" pitchFamily="34" charset="0"/>
                <a:ea typeface="Segoe UI" pitchFamily="34" charset="-122"/>
                <a:cs typeface="Segoe UI" pitchFamily="34" charset="-120"/>
              </a:rPr>
              <a:t>Thank you.</a:t>
            </a:r>
            <a:endParaRPr lang="en-US" sz="1700" dirty="0"/>
          </a:p>
        </p:txBody>
      </p:sp>
      <p:sp>
        <p:nvSpPr>
          <p:cNvPr id="4" name="Shape 2"/>
          <p:cNvSpPr/>
          <p:nvPr/>
        </p:nvSpPr>
        <p:spPr>
          <a:xfrm>
            <a:off x="5577840" y="5349240"/>
            <a:ext cx="402336" cy="64008"/>
          </a:xfrm>
          <a:prstGeom prst="roundRect">
            <a:avLst>
              <a:gd name="adj" fmla="val 50000"/>
            </a:avLst>
          </a:prstGeom>
          <a:solidFill>
            <a:srgbClr val="7C97F2"/>
          </a:solidFill>
          <a:ln/>
        </p:spPr>
      </p:sp>
      <p:sp>
        <p:nvSpPr>
          <p:cNvPr id="5" name="Shape 3"/>
          <p:cNvSpPr/>
          <p:nvPr/>
        </p:nvSpPr>
        <p:spPr>
          <a:xfrm>
            <a:off x="6089904" y="5349240"/>
            <a:ext cx="402336" cy="64008"/>
          </a:xfrm>
          <a:prstGeom prst="roundRect">
            <a:avLst>
              <a:gd name="adj" fmla="val 50000"/>
            </a:avLst>
          </a:prstGeom>
          <a:solidFill>
            <a:srgbClr val="3FA9A0"/>
          </a:solidFill>
          <a:ln/>
        </p:spPr>
      </p:sp>
      <p:sp>
        <p:nvSpPr>
          <p:cNvPr id="6" name="Shape 4"/>
          <p:cNvSpPr/>
          <p:nvPr/>
        </p:nvSpPr>
        <p:spPr>
          <a:xfrm>
            <a:off x="6601968" y="5349240"/>
            <a:ext cx="402336" cy="64008"/>
          </a:xfrm>
          <a:prstGeom prst="roundRect">
            <a:avLst>
              <a:gd name="adj" fmla="val 50000"/>
            </a:avLst>
          </a:prstGeom>
          <a:solidFill>
            <a:srgbClr val="9B6BF2"/>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grpId="0" nodeType="withEffect">
                            <p:stCondLst>
                              <p:cond delay="22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2005</Words>
  <Application>Microsoft Office PowerPoint</Application>
  <PresentationFormat>Widescreen</PresentationFormat>
  <Paragraphs>238</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Cambria</vt:lpstr>
      <vt:lpstr>Consolas</vt:lpstr>
      <vt:lpstr>Segoe UI</vt:lpstr>
      <vt:lpstr>Segoe UI Emoji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TestNG — Test Next Generation</dc:title>
  <dc:subject>PptxGenJS Presentation</dc:subject>
  <dc:creator>TestNG presentation</dc:creator>
  <cp:lastModifiedBy>ADMIN</cp:lastModifiedBy>
  <cp:revision>3</cp:revision>
  <dcterms:created xsi:type="dcterms:W3CDTF">2026-09-21T09:05:20Z</dcterms:created>
  <dcterms:modified xsi:type="dcterms:W3CDTF">2026-09-21T09:09:13Z</dcterms:modified>
</cp:coreProperties>
</file>