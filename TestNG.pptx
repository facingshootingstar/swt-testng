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notesMasterIdLst>
    <p:notesMasterId r:id="rId2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notesMaster" Target="notesMasters/notesMaster1.xml"/><Relationship Id="rId25" Type="http://schemas.openxmlformats.org/officeDocument/2006/relationships/presProps" Target="presProps.xml"/><Relationship Id="rId26" Type="http://schemas.openxmlformats.org/officeDocument/2006/relationships/viewProps" Target="viewProps.xml"/><Relationship Id="rId27" Type="http://schemas.openxmlformats.org/officeDocument/2006/relationships/theme" Target="theme/theme1.xml"/><Relationship Id="rId2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"TestNG. Test Next Generation. A name chosen in 2004 - and over the next fifteen minutes we will show it was not an overstatement."
20 seconds. Do not read an agenda; the three coloured sections do that job.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"Part one: what TestNG is, where it came from, and why it had to exist."
SPEAKER 1 owns every blue slide. 10 seconds - move 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"One sentence: TestNG is an open-source testing framework for Java. Every framework does the first two words. Everything that makes TestNG different lives in the third one - orchestrate."
Plant the word "orchestrate"; it is the thread of the whole talk. ~40s.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"TestNG is modular - five pieces you configure and extend. XML names the suite, the classes, the groups, the parameters. The annotation processor reads @Test and @BeforeMethod through reflection. Data providers feed those methods. The engine is the core: it reads that config and drives the run. Listeners catch every event; the reporter writes HTML or XML."
Trace the path with your hand. Do not read the boxes. ~55s.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"Back to 2004. JUnit 3 was effectively the only option in Java. It was good at what it was built for. The problem is we had started asking it to do something else."
~30s.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"In JUnit 3 you declared a test by naming the method test-something. A naming convention was the API. Drop four letters and the test does not fail - it disappears. Silently. Nobody finds out."
Land hard on the word "silently" - the worst failure mode in testing. ~45s.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"Cedric Beust. He did not send JUnit a patch - he started over, took the best of JUnit and of NUnit from .NET, and designed for something JUnit never targeted: integration testing."
Say out loud, not on the slide: JUnit 4 - the annotation-based one - only arrived in 2006. TestNG was two years ahead. ~45s.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"The real walls were these three: you could not group, you could not declare dependencies, you could not pass parameters. JUnit 3 assumed every test was an island. Integration tests do not live on islands. That gap is the entire reason TestNG exists."
~55s. This closes Part I - hand over.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"Part two: what it buys you, what it costs you, and the one thing worth remembering."
SPEAKER 2 owns every teal slide. 10 seconds.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"Four things, not twenty features: Order. Data. Speed. Control. One slide each."
~20s, then straight into the four diagrams.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"Login breaks. Without dependencies, cart fails, checkout fails - three red reports, and you spend twenty minutes discovering there was one cause. With dependsOnMethods, TestNG knows the graph: the other two are marked SKIPPED. One red report. One cause."
Closing line: "A skip is not a test being ignored - a skip is information." ~50s.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"Without a data provider, ten browsers means ten copy-pasted methods. With @DataProvider, one method, many datasets: Chrome, Firefox, Safari - same assertion, three rows. @DataProvider parameterizes the method. @Factory does the same thing one level up: it parameterizes the class."
This is the wall from slide 8, taken down. ~40s.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"Parallel execution, in the core - no plugin. Four suites take forty minutes in sequence, ten across four threads. And you pick the granularity: by method, class, test, or instance."
Be honest: only valid when tests share no state - with Selenium that means a ThreadLocal WebDriver. Saying this shows you actually use it. ~45s.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"To skip a test the old way, you edit Java, compile, rerun. With testng.xml you pick the run from outside the code: include smoke, twelve tests; include regression, four hundred. Same classes. Different XML. Listeners plug in the same way - screenshot, log, retry - without touching a test method."
This is the Control card from slide 10, made concrete. ~40s.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"Now the honest part. That power has a price. More mechanisms means more to learn - and dependencies used badly bury the real failure under a chain of skips. And if all you write is isolated unit tests, this whole orchestration engine is dead weight: JUnit 5 is lighter, modular, and the Spring Boot default."
In front of experts this slide buys credibility for everything before it. Do not rush. ~50s.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"This is the slide to remember. You do not measure a framework by market share - you measure it by what competitors had to copy. 2004: TestNG ships annotations, groups, dependencies, parallel. 2006: JUnit 4 adds annotations. 2017: JUnit 5 adds parameterized tests and tags - which are groups. 2018: parallel execution. Fourteen years to catch up with the 1.0 feature list."
Peak of the talk. Slow down; pause after "fourteen years". ~60s. Hand over.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"Part three: what is actually in the box, who uses it, and where to go next."
SPEAKER 3 owns every violet slide. 10 seconds.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"The lifecycle is annotation-driven, at four levels - suite, test, class, method - so setup and teardown are declarative, not copy-pasted. On top of that: groups, DataProvider for one test across many datasets, Factory for many instances of one class, and listeners that hook every event to screenshot, log, or retry."
Say: "@Factory parameterizes the class; @DataProvider parameterizes the method" - that distinction is the expert-level detail. ~60s.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"testng.xml pulls the run strategy out of the Java code. Your per-commit pipeline runs only the smoke group; the nightly pipeline runs full regression. Same codebase, different XML file - no test logic touched, no rebuild."
Bridge to CI: runs from Maven, Gradle and the command line, so it drops straight into Jenkins or GitHub Actions. ~50s.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"Who reaches for TestNG? Automation and QA engineers first - it is the default in the Selenium world. Developers, for integration and service-level tests. DevOps, to gate pipelines by group. It plugs into Maven, Gradle, Jenkins, GitHub Actions, GitLab, both major IDEs."
Deliberately no customer-logo claims: we have no verifiable source, and an expert audience will ask for one. ~50s.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"And it is not a museum piece: current release on Maven Central, last commit the day before this deck was built, 218 contributors, Apache 2.0, Java 11 and up."
These are real figures with a capture date on the slide - if someone asks for a source, it is the shields.io badges on the project repo. Docs at testng.org. ~40s.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"Twenty-two years ago someone looked at JUnit 3 and decided not to patch it, but to rewrite it. What came out was not a test runner - it was a test orchestrator. That is why the name Next Generation still holds. Thank you."
Two-second pause before "Thank you". No Q&amp;A slide. ~25s.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png"/><Relationship Id="rId3" Type="http://schemas.openxmlformats.org/officeDocument/2006/relationships/image" Target="../media/image-20-3.png"/><Relationship Id="rId4" Type="http://schemas.openxmlformats.org/officeDocument/2006/relationships/image" Target="../media/image-20-4.png"/><Relationship Id="rId5" Type="http://schemas.openxmlformats.org/officeDocument/2006/relationships/image" Target="../media/image-20-5.png"/><Relationship Id="rId6" Type="http://schemas.openxmlformats.org/officeDocument/2006/relationships/image" Target="../media/image-20-6.png"/><Relationship Id="rId7" Type="http://schemas.openxmlformats.org/officeDocument/2006/relationships/image" Target="../media/image-20-7.png"/><Relationship Id="rId8" Type="http://schemas.openxmlformats.org/officeDocument/2006/relationships/image" Target="../media/image-20-8.png"/><Relationship Id="rId9" Type="http://schemas.openxmlformats.org/officeDocument/2006/relationships/image" Target="../media/image-20-9.png"/><Relationship Id="rId10" Type="http://schemas.openxmlformats.org/officeDocument/2006/relationships/image" Target="../media/image-20-10.png"/><Relationship Id="rId11" Type="http://schemas.openxmlformats.org/officeDocument/2006/relationships/image" Target="../media/image-20-11.png"/><Relationship Id="rId12" Type="http://schemas.openxmlformats.org/officeDocument/2006/relationships/slideLayout" Target="../slideLayouts/slideLayout1.xml"/><Relationship Id="rId1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png"/><Relationship Id="rId3" Type="http://schemas.openxmlformats.org/officeDocument/2006/relationships/image" Target="../media/image-21-3.png"/><Relationship Id="rId4" Type="http://schemas.openxmlformats.org/officeDocument/2006/relationships/image" Target="../media/image-21-4.png"/><Relationship Id="rId5" Type="http://schemas.openxmlformats.org/officeDocument/2006/relationships/image" Target="../media/image-21-5.png"/><Relationship Id="rId6" Type="http://schemas.openxmlformats.org/officeDocument/2006/relationships/image" Target="../media/image-2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01_anim001" descr="D:\learning material\SWT\_build\img\test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392424" y="2121408"/>
            <a:ext cx="5404104" cy="1249985"/>
          </a:xfrm>
          <a:prstGeom prst="rect">
            <a:avLst/>
          </a:prstGeom>
        </p:spPr>
      </p:pic>
      <p:sp>
        <p:nvSpPr>
          <p:cNvPr id="3" name="s01_anim002"/>
          <p:cNvSpPr txBox="1"/>
          <p:nvPr/>
        </p:nvSpPr>
        <p:spPr>
          <a:xfrm>
            <a:off x="731520" y="3657600"/>
            <a:ext cx="107259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spc="60" kern="0" dirty="0">
                <a:solidFill>
                  <a:srgbClr val="8A93A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Test </a:t>
            </a:r>
            <a:pPr algn="ctr" indent="0" marL="0">
              <a:buNone/>
            </a:pPr>
            <a:r>
              <a:rPr lang="en-US" sz="2200" b="1" spc="60" kern="0" dirty="0">
                <a:solidFill>
                  <a:srgbClr val="15181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Next Generation</a:t>
            </a:r>
            <a:endParaRPr lang="en-US" sz="2200" dirty="0"/>
          </a:p>
        </p:txBody>
      </p:sp>
      <p:sp>
        <p:nvSpPr>
          <p:cNvPr id="4" name="s01_anim003"/>
          <p:cNvSpPr/>
          <p:nvPr/>
        </p:nvSpPr>
        <p:spPr>
          <a:xfrm>
            <a:off x="5577840" y="4572000"/>
            <a:ext cx="402336" cy="64008"/>
          </a:xfrm>
          <a:prstGeom prst="roundRect">
            <a:avLst>
              <a:gd name="adj" fmla="val 50000"/>
            </a:avLst>
          </a:prstGeom>
          <a:solidFill>
            <a:srgbClr val="3457D5"/>
          </a:solidFill>
          <a:ln/>
        </p:spPr>
      </p:sp>
      <p:sp>
        <p:nvSpPr>
          <p:cNvPr id="5" name="s01_anim003"/>
          <p:cNvSpPr/>
          <p:nvPr/>
        </p:nvSpPr>
        <p:spPr>
          <a:xfrm>
            <a:off x="6089904" y="4572000"/>
            <a:ext cx="402336" cy="64008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/>
        </p:spPr>
      </p:sp>
      <p:sp>
        <p:nvSpPr>
          <p:cNvPr id="6" name="s01_anim003"/>
          <p:cNvSpPr/>
          <p:nvPr/>
        </p:nvSpPr>
        <p:spPr>
          <a:xfrm>
            <a:off x="6601968" y="4572000"/>
            <a:ext cx="402336" cy="64008"/>
          </a:xfrm>
          <a:prstGeom prst="roundRect">
            <a:avLst>
              <a:gd name="adj" fmla="val 50000"/>
            </a:avLst>
          </a:prstGeom>
          <a:solidFill>
            <a:srgbClr val="6D28D9"/>
          </a:solidFill>
          <a:ln/>
        </p:spPr>
      </p:sp>
      <p:sp>
        <p:nvSpPr>
          <p:cNvPr id="7" name="s01_anim003"/>
          <p:cNvSpPr txBox="1"/>
          <p:nvPr/>
        </p:nvSpPr>
        <p:spPr>
          <a:xfrm>
            <a:off x="731520" y="4828032"/>
            <a:ext cx="107259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spc="80" kern="0" dirty="0">
                <a:solidFill>
                  <a:srgbClr val="B6BDC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· History · Why      Pros · Cons · Highlight      Features · Users · Reference</a:t>
            </a:r>
            <a:endParaRPr lang="en-US" sz="1150" dirty="0"/>
          </a:p>
        </p:txBody>
      </p:sp>
    </p:spTree>
  </p:cSld>
  <p:clrMapOvr>
    <a:masterClrMapping/>
  </p:clrMapOvr>
  <p:transition spd="slow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101" presetID="10" presetClass="entr" presetSubtype="0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0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03" dur="500"/>
                                  <p:tgtEl>
                                    <p:spTgt spid="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4" presetID="10" presetClass="entr" presetSubtype="0" fill="hold" grpId="0" nodeType="withEffect">
                            <p:stCondLst>
                              <p:cond delay="220"/>
                            </p:stCondLst>
                            <p:childTnLst>
                              <p:set>
                                <p:cBhvr>
                                  <p:cTn id="10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06" dur="50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7" presetID="10" presetClass="entr" presetSubtype="0" fill="hold" grpId="0" nodeType="withEffect">
                            <p:stCondLst>
                              <p:cond delay="440"/>
                            </p:stCondLst>
                            <p:childTnLst>
                              <p:set>
                                <p:cBhvr>
                                  <p:cTn id="10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09" dur="50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0" presetID="10" presetClass="entr" presetSubtype="0" fill="hold" grpId="0" nodeType="withEffect">
                            <p:stCondLst>
                              <p:cond delay="440"/>
                            </p:stCondLst>
                            <p:childTnLst>
                              <p:set>
                                <p:cBhvr>
                                  <p:cTn id="1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12" dur="50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3" presetID="10" presetClass="entr" presetSubtype="0" fill="hold" grpId="0" nodeType="withEffect">
                            <p:stCondLst>
                              <p:cond delay="440"/>
                            </p:stCondLst>
                            <p:childTnLst>
                              <p:set>
                                <p:cBhvr>
                                  <p:cTn id="1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15" dur="50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6" presetID="10" presetClass="entr" presetSubtype="0" fill="hold" grpId="0" nodeType="withEffect">
                            <p:stCondLst>
                              <p:cond delay="440"/>
                            </p:stCondLst>
                            <p:childTnLst>
                              <p:set>
                                <p:cBhvr>
                                  <p:cTn id="1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18" dur="50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/>
      <p:bldP spid="4" grpId="0"/>
      <p:bldP spid="5" grpId="0"/>
      <p:bldP spid="6" grpId="0"/>
      <p:bldP spid="7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417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02_anim001"/>
          <p:cNvSpPr txBox="1"/>
          <p:nvPr/>
        </p:nvSpPr>
        <p:spPr>
          <a:xfrm>
            <a:off x="731520" y="1417320"/>
            <a:ext cx="10725912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800" b="1" spc="400" kern="0" dirty="0">
                <a:solidFill>
                  <a:srgbClr val="3457D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</a:t>
            </a:r>
            <a:endParaRPr lang="en-US" sz="12800" dirty="0"/>
          </a:p>
        </p:txBody>
      </p:sp>
      <p:sp>
        <p:nvSpPr>
          <p:cNvPr id="3" name="s02_anim002"/>
          <p:cNvSpPr txBox="1"/>
          <p:nvPr/>
        </p:nvSpPr>
        <p:spPr>
          <a:xfrm>
            <a:off x="731520" y="3611880"/>
            <a:ext cx="1072591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 ·  History  ·  Why</a:t>
            </a:r>
            <a:endParaRPr lang="en-US" sz="4000" dirty="0"/>
          </a:p>
        </p:txBody>
      </p:sp>
      <p:sp>
        <p:nvSpPr>
          <p:cNvPr id="4" name="s02_anim003"/>
          <p:cNvSpPr/>
          <p:nvPr/>
        </p:nvSpPr>
        <p:spPr>
          <a:xfrm>
            <a:off x="5733288" y="4754880"/>
            <a:ext cx="731520" cy="64008"/>
          </a:xfrm>
          <a:prstGeom prst="roundRect">
            <a:avLst>
              <a:gd name="adj" fmla="val 50000"/>
            </a:avLst>
          </a:prstGeom>
          <a:solidFill>
            <a:srgbClr val="7C97F2"/>
          </a:solidFill>
          <a:ln/>
        </p:spPr>
      </p:sp>
      <p:sp>
        <p:nvSpPr>
          <p:cNvPr id="5" name="rail0"/>
          <p:cNvSpPr/>
          <p:nvPr/>
        </p:nvSpPr>
        <p:spPr>
          <a:xfrm>
            <a:off x="685800" y="6236208"/>
            <a:ext cx="402336" cy="64008"/>
          </a:xfrm>
          <a:prstGeom prst="roundRect">
            <a:avLst>
              <a:gd name="adj" fmla="val 50000"/>
            </a:avLst>
          </a:prstGeom>
          <a:solidFill>
            <a:srgbClr val="7C97F2"/>
          </a:solidFill>
          <a:ln/>
        </p:spPr>
      </p:sp>
      <p:sp>
        <p:nvSpPr>
          <p:cNvPr id="6" name="rail1"/>
          <p:cNvSpPr/>
          <p:nvPr/>
        </p:nvSpPr>
        <p:spPr>
          <a:xfrm>
            <a:off x="1197864" y="6236208"/>
            <a:ext cx="402336" cy="64008"/>
          </a:xfrm>
          <a:prstGeom prst="roundRect">
            <a:avLst>
              <a:gd name="adj" fmla="val 50000"/>
            </a:avLst>
          </a:prstGeom>
          <a:solidFill>
            <a:srgbClr val="3A3F47"/>
          </a:solidFill>
          <a:ln/>
        </p:spPr>
      </p:sp>
      <p:sp>
        <p:nvSpPr>
          <p:cNvPr id="7" name="rail2"/>
          <p:cNvSpPr/>
          <p:nvPr/>
        </p:nvSpPr>
        <p:spPr>
          <a:xfrm>
            <a:off x="1709928" y="6236208"/>
            <a:ext cx="402336" cy="64008"/>
          </a:xfrm>
          <a:prstGeom prst="roundRect">
            <a:avLst>
              <a:gd name="adj" fmla="val 50000"/>
            </a:avLst>
          </a:prstGeom>
          <a:solidFill>
            <a:srgbClr val="3A3F47"/>
          </a:solidFill>
          <a:ln/>
        </p:spPr>
      </p:sp>
    </p:spTree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101" presetID="10" presetClass="entr" presetSubtype="0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0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03" dur="500"/>
                                  <p:tgtEl>
                                    <p:spTgt spid="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4" presetID="10" presetClass="entr" presetSubtype="0" fill="hold" grpId="0" nodeType="withEffect">
                            <p:stCondLst>
                              <p:cond delay="220"/>
                            </p:stCondLst>
                            <p:childTnLst>
                              <p:set>
                                <p:cBhvr>
                                  <p:cTn id="10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06" dur="50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7" presetID="10" presetClass="entr" presetSubtype="0" fill="hold" grpId="0" nodeType="withEffect">
                            <p:stCondLst>
                              <p:cond delay="440"/>
                            </p:stCondLst>
                            <p:childTnLst>
                              <p:set>
                                <p:cBhvr>
                                  <p:cTn id="10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09" dur="50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/>
      <p:bldP spid="4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hromeDot"/>
          <p:cNvSpPr/>
          <p:nvPr/>
        </p:nvSpPr>
        <p:spPr>
          <a:xfrm>
            <a:off x="685800" y="438912"/>
            <a:ext cx="329184" cy="329184"/>
          </a:xfrm>
          <a:prstGeom prst="ellipse">
            <a:avLst/>
          </a:prstGeom>
          <a:solidFill>
            <a:srgbClr val="3457D5"/>
          </a:solidFill>
          <a:ln/>
        </p:spPr>
      </p:sp>
      <p:sp>
        <p:nvSpPr>
          <p:cNvPr id="3" name="chromeNum"/>
          <p:cNvSpPr txBox="1"/>
          <p:nvPr/>
        </p:nvSpPr>
        <p:spPr>
          <a:xfrm>
            <a:off x="685800" y="43891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</a:t>
            </a:r>
            <a:endParaRPr lang="en-US" sz="1200" dirty="0"/>
          </a:p>
        </p:txBody>
      </p:sp>
      <p:sp>
        <p:nvSpPr>
          <p:cNvPr id="4" name="chromeLabel"/>
          <p:cNvSpPr txBox="1"/>
          <p:nvPr/>
        </p:nvSpPr>
        <p:spPr>
          <a:xfrm>
            <a:off x="1115568" y="438912"/>
            <a:ext cx="5486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60" kern="0" dirty="0">
                <a:solidFill>
                  <a:srgbClr val="3457D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</a:t>
            </a:r>
            <a:endParaRPr lang="en-US" sz="1050" dirty="0"/>
          </a:p>
        </p:txBody>
      </p:sp>
      <p:sp>
        <p:nvSpPr>
          <p:cNvPr id="5" name="rail0"/>
          <p:cNvSpPr/>
          <p:nvPr/>
        </p:nvSpPr>
        <p:spPr>
          <a:xfrm>
            <a:off x="685800" y="6236208"/>
            <a:ext cx="402336" cy="64008"/>
          </a:xfrm>
          <a:prstGeom prst="roundRect">
            <a:avLst>
              <a:gd name="adj" fmla="val 50000"/>
            </a:avLst>
          </a:prstGeom>
          <a:solidFill>
            <a:srgbClr val="3457D5"/>
          </a:solidFill>
          <a:ln/>
        </p:spPr>
      </p:sp>
      <p:sp>
        <p:nvSpPr>
          <p:cNvPr id="6" name="rail1"/>
          <p:cNvSpPr/>
          <p:nvPr/>
        </p:nvSpPr>
        <p:spPr>
          <a:xfrm>
            <a:off x="1197864" y="6236208"/>
            <a:ext cx="402336" cy="64008"/>
          </a:xfrm>
          <a:prstGeom prst="roundRect">
            <a:avLst>
              <a:gd name="adj" fmla="val 50000"/>
            </a:avLst>
          </a:prstGeom>
          <a:solidFill>
            <a:srgbClr val="DCDEE3"/>
          </a:solidFill>
          <a:ln/>
        </p:spPr>
      </p:sp>
      <p:sp>
        <p:nvSpPr>
          <p:cNvPr id="7" name="rail2"/>
          <p:cNvSpPr/>
          <p:nvPr/>
        </p:nvSpPr>
        <p:spPr>
          <a:xfrm>
            <a:off x="1709928" y="6236208"/>
            <a:ext cx="402336" cy="64008"/>
          </a:xfrm>
          <a:prstGeom prst="roundRect">
            <a:avLst>
              <a:gd name="adj" fmla="val 50000"/>
            </a:avLst>
          </a:prstGeom>
          <a:solidFill>
            <a:srgbClr val="DCDEE3"/>
          </a:solidFill>
          <a:ln/>
        </p:spPr>
      </p:sp>
      <p:sp>
        <p:nvSpPr>
          <p:cNvPr id="8" name="chromePage"/>
          <p:cNvSpPr txBox="1"/>
          <p:nvPr/>
        </p:nvSpPr>
        <p:spPr>
          <a:xfrm>
            <a:off x="10241280" y="6089904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120" kern="0" dirty="0">
                <a:solidFill>
                  <a:srgbClr val="3C445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</a:t>
            </a:r>
            <a:pPr algn="r" indent="0" marL="0">
              <a:buNone/>
            </a:pPr>
            <a:r>
              <a:rPr lang="en-US" sz="1050" spc="120" kern="0" dirty="0">
                <a:solidFill>
                  <a:srgbClr val="B6BDC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/ 22</a:t>
            </a:r>
            <a:endParaRPr lang="en-US" sz="1050" dirty="0"/>
          </a:p>
        </p:txBody>
      </p:sp>
      <p:pic>
        <p:nvPicPr>
          <p:cNvPr id="9" name="s03_anim001" descr="D:\learning material\SWT\_build\img\jav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453128" y="1591056"/>
            <a:ext cx="868680" cy="868680"/>
          </a:xfrm>
          <a:prstGeom prst="rect">
            <a:avLst/>
          </a:prstGeom>
        </p:spPr>
      </p:pic>
      <p:sp>
        <p:nvSpPr>
          <p:cNvPr id="10" name="s03_anim002"/>
          <p:cNvSpPr txBox="1"/>
          <p:nvPr/>
        </p:nvSpPr>
        <p:spPr>
          <a:xfrm>
            <a:off x="5321808" y="1591056"/>
            <a:ext cx="502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D3D6D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</a:t>
            </a:r>
            <a:endParaRPr lang="en-US" sz="2600" dirty="0"/>
          </a:p>
        </p:txBody>
      </p:sp>
      <p:pic>
        <p:nvPicPr>
          <p:cNvPr id="11" name="s03_anim003" descr="D:\learning material\SWT\_build\img\testng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24728" y="1807769"/>
            <a:ext cx="1920240" cy="444398"/>
          </a:xfrm>
          <a:prstGeom prst="rect">
            <a:avLst/>
          </a:prstGeom>
        </p:spPr>
      </p:pic>
      <p:sp>
        <p:nvSpPr>
          <p:cNvPr id="12" name="s03_anim004"/>
          <p:cNvSpPr txBox="1"/>
          <p:nvPr/>
        </p:nvSpPr>
        <p:spPr>
          <a:xfrm>
            <a:off x="731520" y="2971800"/>
            <a:ext cx="1072591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15181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Write  ·  Organise  ·  </a:t>
            </a:r>
            <a:pPr algn="ctr" indent="0" marL="0">
              <a:buNone/>
            </a:pPr>
            <a:r>
              <a:rPr lang="en-US" sz="4000" b="1" dirty="0">
                <a:solidFill>
                  <a:srgbClr val="3457D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Orchestrate</a:t>
            </a:r>
            <a:endParaRPr lang="en-US" sz="4000" dirty="0"/>
          </a:p>
        </p:txBody>
      </p:sp>
      <p:sp>
        <p:nvSpPr>
          <p:cNvPr id="13" name="s03_anim005"/>
          <p:cNvSpPr txBox="1"/>
          <p:nvPr/>
        </p:nvSpPr>
        <p:spPr>
          <a:xfrm>
            <a:off x="731520" y="3977640"/>
            <a:ext cx="107259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8A93A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Open-source testing framework for Java.</a:t>
            </a:r>
            <a:endParaRPr lang="en-US" sz="1600" dirty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9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101" presetID="10" presetClass="entr" presetSubtype="0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0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03" dur="50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4" presetID="10" presetClass="entr" presetSubtype="0" fill="hold" grpId="0" nodeType="withEffect">
                            <p:stCondLst>
                              <p:cond delay="220"/>
                            </p:stCondLst>
                            <p:childTnLst>
                              <p:set>
                                <p:cBhvr>
                                  <p:cTn id="10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06" dur="50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7" presetID="10" presetClass="entr" presetSubtype="0" fill="hold" grpId="0" nodeType="withEffect">
                            <p:stCondLst>
                              <p:cond delay="440"/>
                            </p:stCondLst>
                            <p:childTnLst>
                              <p:set>
                                <p:cBhvr>
                                  <p:cTn id="10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09" dur="50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0" presetID="10" presetClass="entr" presetSubtype="0" fill="hold" grpId="0" nodeType="withEffect">
                            <p:stCondLst>
                              <p:cond delay="660"/>
                            </p:stCondLst>
                            <p:childTnLst>
                              <p:set>
                                <p:cBhvr>
                                  <p:cTn id="1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12" dur="50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3" presetID="10" presetClass="entr" presetSubtype="0" fill="hold" grpId="0" nodeType="withEffect">
                            <p:stCondLst>
                              <p:cond delay="880"/>
                            </p:stCondLst>
                            <p:childTnLst>
                              <p:set>
                                <p:cBhvr>
                                  <p:cTn id="1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15" dur="50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/>
      <p:bldP spid="10" grpId="0"/>
      <p:bldP spid="11" grpId="0"/>
      <p:bldP spid="12" grpId="0"/>
      <p:bldP spid="13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hromeDot"/>
          <p:cNvSpPr/>
          <p:nvPr/>
        </p:nvSpPr>
        <p:spPr>
          <a:xfrm>
            <a:off x="685800" y="438912"/>
            <a:ext cx="329184" cy="329184"/>
          </a:xfrm>
          <a:prstGeom prst="ellipse">
            <a:avLst/>
          </a:prstGeom>
          <a:solidFill>
            <a:srgbClr val="3457D5"/>
          </a:solidFill>
          <a:ln/>
        </p:spPr>
      </p:sp>
      <p:sp>
        <p:nvSpPr>
          <p:cNvPr id="3" name="chromeNum"/>
          <p:cNvSpPr txBox="1"/>
          <p:nvPr/>
        </p:nvSpPr>
        <p:spPr>
          <a:xfrm>
            <a:off x="685800" y="43891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</a:t>
            </a:r>
            <a:endParaRPr lang="en-US" sz="1200" dirty="0"/>
          </a:p>
        </p:txBody>
      </p:sp>
      <p:sp>
        <p:nvSpPr>
          <p:cNvPr id="4" name="chromeLabel"/>
          <p:cNvSpPr txBox="1"/>
          <p:nvPr/>
        </p:nvSpPr>
        <p:spPr>
          <a:xfrm>
            <a:off x="1115568" y="438912"/>
            <a:ext cx="5486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60" kern="0" dirty="0">
                <a:solidFill>
                  <a:srgbClr val="3457D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· ARCHITECTURE</a:t>
            </a:r>
            <a:endParaRPr lang="en-US" sz="1050" dirty="0"/>
          </a:p>
        </p:txBody>
      </p:sp>
      <p:sp>
        <p:nvSpPr>
          <p:cNvPr id="5" name="rail0"/>
          <p:cNvSpPr/>
          <p:nvPr/>
        </p:nvSpPr>
        <p:spPr>
          <a:xfrm>
            <a:off x="685800" y="6236208"/>
            <a:ext cx="402336" cy="64008"/>
          </a:xfrm>
          <a:prstGeom prst="roundRect">
            <a:avLst>
              <a:gd name="adj" fmla="val 50000"/>
            </a:avLst>
          </a:prstGeom>
          <a:solidFill>
            <a:srgbClr val="3457D5"/>
          </a:solidFill>
          <a:ln/>
        </p:spPr>
      </p:sp>
      <p:sp>
        <p:nvSpPr>
          <p:cNvPr id="6" name="rail1"/>
          <p:cNvSpPr/>
          <p:nvPr/>
        </p:nvSpPr>
        <p:spPr>
          <a:xfrm>
            <a:off x="1197864" y="6236208"/>
            <a:ext cx="402336" cy="64008"/>
          </a:xfrm>
          <a:prstGeom prst="roundRect">
            <a:avLst>
              <a:gd name="adj" fmla="val 50000"/>
            </a:avLst>
          </a:prstGeom>
          <a:solidFill>
            <a:srgbClr val="DCDEE3"/>
          </a:solidFill>
          <a:ln/>
        </p:spPr>
      </p:sp>
      <p:sp>
        <p:nvSpPr>
          <p:cNvPr id="7" name="rail2"/>
          <p:cNvSpPr/>
          <p:nvPr/>
        </p:nvSpPr>
        <p:spPr>
          <a:xfrm>
            <a:off x="1709928" y="6236208"/>
            <a:ext cx="402336" cy="64008"/>
          </a:xfrm>
          <a:prstGeom prst="roundRect">
            <a:avLst>
              <a:gd name="adj" fmla="val 50000"/>
            </a:avLst>
          </a:prstGeom>
          <a:solidFill>
            <a:srgbClr val="DCDEE3"/>
          </a:solidFill>
          <a:ln/>
        </p:spPr>
      </p:sp>
      <p:sp>
        <p:nvSpPr>
          <p:cNvPr id="8" name="chromePage"/>
          <p:cNvSpPr txBox="1"/>
          <p:nvPr/>
        </p:nvSpPr>
        <p:spPr>
          <a:xfrm>
            <a:off x="10241280" y="6089904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120" kern="0" dirty="0">
                <a:solidFill>
                  <a:srgbClr val="3C445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</a:t>
            </a:r>
            <a:pPr algn="r" indent="0" marL="0">
              <a:buNone/>
            </a:pPr>
            <a:r>
              <a:rPr lang="en-US" sz="1050" spc="120" kern="0" dirty="0">
                <a:solidFill>
                  <a:srgbClr val="B6BDC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/ 22</a:t>
            </a:r>
            <a:endParaRPr lang="en-US" sz="1050" dirty="0"/>
          </a:p>
        </p:txBody>
      </p:sp>
      <p:sp>
        <p:nvSpPr>
          <p:cNvPr id="9" name="s04_anim001"/>
          <p:cNvSpPr txBox="1"/>
          <p:nvPr/>
        </p:nvSpPr>
        <p:spPr>
          <a:xfrm>
            <a:off x="731520" y="1078992"/>
            <a:ext cx="1072591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15181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Five modules, </a:t>
            </a:r>
            <a:pPr algn="ctr" indent="0" marL="0">
              <a:buNone/>
            </a:pPr>
            <a:r>
              <a:rPr lang="en-US" sz="3400" b="1" dirty="0">
                <a:solidFill>
                  <a:srgbClr val="3457D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one engine</a:t>
            </a:r>
            <a:endParaRPr lang="en-US" sz="3400" dirty="0"/>
          </a:p>
        </p:txBody>
      </p:sp>
      <p:sp>
        <p:nvSpPr>
          <p:cNvPr id="10" name="s04_anim002"/>
          <p:cNvSpPr/>
          <p:nvPr/>
        </p:nvSpPr>
        <p:spPr>
          <a:xfrm>
            <a:off x="685800" y="2176272"/>
            <a:ext cx="2606040" cy="749808"/>
          </a:xfrm>
          <a:prstGeom prst="roundRect">
            <a:avLst>
              <a:gd name="adj" fmla="val 14634"/>
            </a:avLst>
          </a:prstGeom>
          <a:solidFill>
            <a:srgbClr val="FFFFFF"/>
          </a:solidFill>
          <a:ln w="12700">
            <a:solidFill>
              <a:srgbClr val="DFE3EA"/>
            </a:solidFill>
            <a:prstDash val="solid"/>
          </a:ln>
          <a:effectLst>
            <a:outerShdw sx="100000" sy="100000" kx="0" ky="0" algn="bl" rotWithShape="0" blurRad="177800" dist="38100" dir="5400000">
              <a:srgbClr val="101C28">
                <a:alpha val="9000"/>
              </a:srgbClr>
            </a:outerShdw>
          </a:effectLst>
        </p:spPr>
      </p:sp>
      <p:sp>
        <p:nvSpPr>
          <p:cNvPr id="11" name="s04_anim002"/>
          <p:cNvSpPr txBox="1"/>
          <p:nvPr/>
        </p:nvSpPr>
        <p:spPr>
          <a:xfrm>
            <a:off x="685800" y="2304288"/>
            <a:ext cx="2606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5181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XML Configuration</a:t>
            </a:r>
            <a:endParaRPr lang="en-US" sz="1350" dirty="0"/>
          </a:p>
        </p:txBody>
      </p:sp>
      <p:sp>
        <p:nvSpPr>
          <p:cNvPr id="12" name="s04_anim002"/>
          <p:cNvSpPr txBox="1"/>
          <p:nvPr/>
        </p:nvSpPr>
        <p:spPr>
          <a:xfrm>
            <a:off x="740664" y="2596896"/>
            <a:ext cx="2496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93A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suite · test · class · group · parameter</a:t>
            </a:r>
            <a:endParaRPr lang="en-US" sz="1000" dirty="0"/>
          </a:p>
        </p:txBody>
      </p:sp>
      <p:sp>
        <p:nvSpPr>
          <p:cNvPr id="13" name="s04_anim002"/>
          <p:cNvSpPr/>
          <p:nvPr/>
        </p:nvSpPr>
        <p:spPr>
          <a:xfrm>
            <a:off x="685800" y="3127248"/>
            <a:ext cx="2606040" cy="749808"/>
          </a:xfrm>
          <a:prstGeom prst="roundRect">
            <a:avLst>
              <a:gd name="adj" fmla="val 14634"/>
            </a:avLst>
          </a:prstGeom>
          <a:solidFill>
            <a:srgbClr val="FFFFFF"/>
          </a:solidFill>
          <a:ln w="12700">
            <a:solidFill>
              <a:srgbClr val="DFE3EA"/>
            </a:solidFill>
            <a:prstDash val="solid"/>
          </a:ln>
          <a:effectLst>
            <a:outerShdw sx="100000" sy="100000" kx="0" ky="0" algn="bl" rotWithShape="0" blurRad="177800" dist="38100" dir="5400000">
              <a:srgbClr val="101C28">
                <a:alpha val="9000"/>
              </a:srgbClr>
            </a:outerShdw>
          </a:effectLst>
        </p:spPr>
      </p:sp>
      <p:sp>
        <p:nvSpPr>
          <p:cNvPr id="14" name="s04_anim002"/>
          <p:cNvSpPr txBox="1"/>
          <p:nvPr/>
        </p:nvSpPr>
        <p:spPr>
          <a:xfrm>
            <a:off x="685800" y="3255264"/>
            <a:ext cx="2606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5181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Annotation Processor</a:t>
            </a:r>
            <a:endParaRPr lang="en-US" sz="1350" dirty="0"/>
          </a:p>
        </p:txBody>
      </p:sp>
      <p:sp>
        <p:nvSpPr>
          <p:cNvPr id="15" name="s04_anim002"/>
          <p:cNvSpPr txBox="1"/>
          <p:nvPr/>
        </p:nvSpPr>
        <p:spPr>
          <a:xfrm>
            <a:off x="740664" y="3547872"/>
            <a:ext cx="2496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93A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@Test · @BeforeMethod · reflection</a:t>
            </a:r>
            <a:endParaRPr lang="en-US" sz="1000" dirty="0"/>
          </a:p>
        </p:txBody>
      </p:sp>
      <p:sp>
        <p:nvSpPr>
          <p:cNvPr id="16" name="s04_anim002"/>
          <p:cNvSpPr/>
          <p:nvPr/>
        </p:nvSpPr>
        <p:spPr>
          <a:xfrm>
            <a:off x="685800" y="4078224"/>
            <a:ext cx="2606040" cy="749808"/>
          </a:xfrm>
          <a:prstGeom prst="roundRect">
            <a:avLst>
              <a:gd name="adj" fmla="val 14634"/>
            </a:avLst>
          </a:prstGeom>
          <a:solidFill>
            <a:srgbClr val="FFFFFF"/>
          </a:solidFill>
          <a:ln w="12700">
            <a:solidFill>
              <a:srgbClr val="DFE3EA"/>
            </a:solidFill>
            <a:prstDash val="solid"/>
          </a:ln>
          <a:effectLst>
            <a:outerShdw sx="100000" sy="100000" kx="0" ky="0" algn="bl" rotWithShape="0" blurRad="177800" dist="38100" dir="5400000">
              <a:srgbClr val="101C28">
                <a:alpha val="9000"/>
              </a:srgbClr>
            </a:outerShdw>
          </a:effectLst>
        </p:spPr>
      </p:sp>
      <p:sp>
        <p:nvSpPr>
          <p:cNvPr id="17" name="s04_anim002"/>
          <p:cNvSpPr txBox="1"/>
          <p:nvPr/>
        </p:nvSpPr>
        <p:spPr>
          <a:xfrm>
            <a:off x="685800" y="4206240"/>
            <a:ext cx="2606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5181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Data Provider</a:t>
            </a:r>
            <a:endParaRPr lang="en-US" sz="1350" dirty="0"/>
          </a:p>
        </p:txBody>
      </p:sp>
      <p:sp>
        <p:nvSpPr>
          <p:cNvPr id="18" name="s04_anim002"/>
          <p:cNvSpPr txBox="1"/>
          <p:nvPr/>
        </p:nvSpPr>
        <p:spPr>
          <a:xfrm>
            <a:off x="740664" y="4498848"/>
            <a:ext cx="2496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93A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feeds methods from @DataProvider</a:t>
            </a:r>
            <a:endParaRPr lang="en-US" sz="1000" dirty="0"/>
          </a:p>
        </p:txBody>
      </p:sp>
      <p:sp>
        <p:nvSpPr>
          <p:cNvPr id="19" name="s04_anim003"/>
          <p:cNvSpPr/>
          <p:nvPr/>
        </p:nvSpPr>
        <p:spPr>
          <a:xfrm>
            <a:off x="3337560" y="2551176"/>
            <a:ext cx="731520" cy="512064"/>
          </a:xfrm>
          <a:prstGeom prst="line">
            <a:avLst/>
          </a:prstGeom>
          <a:noFill/>
          <a:ln w="15875">
            <a:solidFill>
              <a:srgbClr val="C7CDD6"/>
            </a:solidFill>
            <a:prstDash val="solid"/>
            <a:headEnd type="none"/>
            <a:tailEnd type="triangle"/>
          </a:ln>
        </p:spPr>
      </p:sp>
      <p:sp>
        <p:nvSpPr>
          <p:cNvPr id="20" name="s04_anim003"/>
          <p:cNvSpPr/>
          <p:nvPr/>
        </p:nvSpPr>
        <p:spPr>
          <a:xfrm>
            <a:off x="3337560" y="3502152"/>
            <a:ext cx="731520" cy="0"/>
          </a:xfrm>
          <a:prstGeom prst="line">
            <a:avLst/>
          </a:prstGeom>
          <a:noFill/>
          <a:ln w="15875">
            <a:solidFill>
              <a:srgbClr val="C7CDD6"/>
            </a:solidFill>
            <a:prstDash val="solid"/>
            <a:headEnd type="none"/>
            <a:tailEnd type="triangle"/>
          </a:ln>
        </p:spPr>
      </p:sp>
      <p:sp>
        <p:nvSpPr>
          <p:cNvPr id="21" name="s04_anim003"/>
          <p:cNvSpPr/>
          <p:nvPr/>
        </p:nvSpPr>
        <p:spPr>
          <a:xfrm flipV="1">
            <a:off x="3337560" y="3950208"/>
            <a:ext cx="731520" cy="502920"/>
          </a:xfrm>
          <a:prstGeom prst="line">
            <a:avLst/>
          </a:prstGeom>
          <a:noFill/>
          <a:ln w="15875">
            <a:solidFill>
              <a:srgbClr val="C7CDD6"/>
            </a:solidFill>
            <a:prstDash val="solid"/>
            <a:headEnd type="none"/>
            <a:tailEnd type="triangle"/>
          </a:ln>
        </p:spPr>
      </p:sp>
      <p:sp>
        <p:nvSpPr>
          <p:cNvPr id="22" name="s04_anim004"/>
          <p:cNvSpPr/>
          <p:nvPr/>
        </p:nvSpPr>
        <p:spPr>
          <a:xfrm>
            <a:off x="4160520" y="2395728"/>
            <a:ext cx="3200400" cy="2212848"/>
          </a:xfrm>
          <a:prstGeom prst="roundRect">
            <a:avLst>
              <a:gd name="adj" fmla="val 6612"/>
            </a:avLst>
          </a:prstGeom>
          <a:solidFill>
            <a:srgbClr val="F1F4FE"/>
          </a:solidFill>
          <a:ln w="22225">
            <a:solidFill>
              <a:srgbClr val="3457D5"/>
            </a:solidFill>
            <a:prstDash val="solid"/>
          </a:ln>
          <a:effectLst>
            <a:outerShdw sx="100000" sy="100000" kx="0" ky="0" algn="bl" rotWithShape="0" blurRad="177800" dist="38100" dir="5400000">
              <a:srgbClr val="101C28">
                <a:alpha val="9000"/>
              </a:srgbClr>
            </a:outerShdw>
          </a:effectLst>
        </p:spPr>
      </p:sp>
      <p:sp>
        <p:nvSpPr>
          <p:cNvPr id="23" name="s04_anim004"/>
          <p:cNvSpPr txBox="1"/>
          <p:nvPr/>
        </p:nvSpPr>
        <p:spPr>
          <a:xfrm>
            <a:off x="4160520" y="265176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5181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TestNG Engine</a:t>
            </a:r>
            <a:endParaRPr lang="en-US" sz="2000" dirty="0"/>
          </a:p>
        </p:txBody>
      </p:sp>
      <p:sp>
        <p:nvSpPr>
          <p:cNvPr id="24" name="s04_anim004"/>
          <p:cNvSpPr txBox="1"/>
          <p:nvPr/>
        </p:nvSpPr>
        <p:spPr>
          <a:xfrm>
            <a:off x="4160520" y="3154680"/>
            <a:ext cx="3200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100"/>
              </a:lnSpc>
              <a:buNone/>
            </a:pPr>
            <a:r>
              <a:rPr lang="en-US" sz="1250" dirty="0">
                <a:solidFill>
                  <a:srgbClr val="3C445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execution core</a:t>
            </a:r>
            <a:endParaRPr lang="en-US" sz="1250" dirty="0"/>
          </a:p>
          <a:p>
            <a:pPr algn="ctr" indent="0" marL="0">
              <a:lnSpc>
                <a:spcPts val="2100"/>
              </a:lnSpc>
              <a:buNone/>
            </a:pPr>
            <a:r>
              <a:rPr lang="en-US" sz="1250" dirty="0">
                <a:solidFill>
                  <a:srgbClr val="3C445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reads config</a:t>
            </a:r>
            <a:endParaRPr lang="en-US" sz="1250" dirty="0"/>
          </a:p>
          <a:p>
            <a:pPr algn="ctr" indent="0" marL="0">
              <a:lnSpc>
                <a:spcPts val="2100"/>
              </a:lnSpc>
              <a:buNone/>
            </a:pPr>
            <a:r>
              <a:rPr lang="en-US" sz="1250" dirty="0">
                <a:solidFill>
                  <a:srgbClr val="3C445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drives the run</a:t>
            </a:r>
            <a:endParaRPr lang="en-US" sz="1250" dirty="0"/>
          </a:p>
        </p:txBody>
      </p:sp>
      <p:sp>
        <p:nvSpPr>
          <p:cNvPr id="25" name="s04_anim005"/>
          <p:cNvSpPr/>
          <p:nvPr/>
        </p:nvSpPr>
        <p:spPr>
          <a:xfrm>
            <a:off x="7406640" y="3502152"/>
            <a:ext cx="640080" cy="0"/>
          </a:xfrm>
          <a:prstGeom prst="line">
            <a:avLst/>
          </a:prstGeom>
          <a:noFill/>
          <a:ln w="15875">
            <a:solidFill>
              <a:srgbClr val="C7CDD6"/>
            </a:solidFill>
            <a:prstDash val="solid"/>
            <a:headEnd type="none"/>
            <a:tailEnd type="triangle"/>
          </a:ln>
        </p:spPr>
      </p:sp>
      <p:sp>
        <p:nvSpPr>
          <p:cNvPr id="26" name="s04_anim005"/>
          <p:cNvSpPr/>
          <p:nvPr/>
        </p:nvSpPr>
        <p:spPr>
          <a:xfrm>
            <a:off x="8138160" y="2944368"/>
            <a:ext cx="3246120" cy="1115568"/>
          </a:xfrm>
          <a:prstGeom prst="roundRect">
            <a:avLst>
              <a:gd name="adj" fmla="val 9836"/>
            </a:avLst>
          </a:prstGeom>
          <a:solidFill>
            <a:srgbClr val="F0FDF4"/>
          </a:solidFill>
          <a:ln w="12700">
            <a:solidFill>
              <a:srgbClr val="9ED0B0"/>
            </a:solidFill>
            <a:prstDash val="solid"/>
          </a:ln>
          <a:effectLst>
            <a:outerShdw sx="100000" sy="100000" kx="0" ky="0" algn="bl" rotWithShape="0" blurRad="177800" dist="38100" dir="5400000">
              <a:srgbClr val="101C28">
                <a:alpha val="9000"/>
              </a:srgbClr>
            </a:outerShdw>
          </a:effectLst>
        </p:spPr>
      </p:sp>
      <p:sp>
        <p:nvSpPr>
          <p:cNvPr id="27" name="s04_anim005"/>
          <p:cNvSpPr txBox="1"/>
          <p:nvPr/>
        </p:nvSpPr>
        <p:spPr>
          <a:xfrm>
            <a:off x="8138160" y="3090672"/>
            <a:ext cx="3246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5803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Listeners &amp; Reporter</a:t>
            </a:r>
            <a:endParaRPr lang="en-US" sz="1600" dirty="0"/>
          </a:p>
        </p:txBody>
      </p:sp>
      <p:sp>
        <p:nvSpPr>
          <p:cNvPr id="28" name="s04_anim005"/>
          <p:cNvSpPr txBox="1"/>
          <p:nvPr/>
        </p:nvSpPr>
        <p:spPr>
          <a:xfrm>
            <a:off x="8138160" y="3493008"/>
            <a:ext cx="3246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E9C7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every event  ·  HTML / XML</a:t>
            </a:r>
            <a:endParaRPr lang="en-US" sz="1200" dirty="0"/>
          </a:p>
        </p:txBody>
      </p:sp>
      <p:sp>
        <p:nvSpPr>
          <p:cNvPr id="29" name="s04_anim006"/>
          <p:cNvSpPr txBox="1"/>
          <p:nvPr/>
        </p:nvSpPr>
        <p:spPr>
          <a:xfrm>
            <a:off x="731520" y="5074920"/>
            <a:ext cx="107259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8A93A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Modular: configure and extend any piece. The engine stays.</a:t>
            </a:r>
            <a:endParaRPr lang="en-US" sz="1150" dirty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9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101" presetID="10" presetClass="entr" presetSubtype="0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0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03" dur="50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4" presetID="10" presetClass="entr" presetSubtype="0" fill="hold" grpId="0" nodeType="withEffect">
                            <p:stCondLst>
                              <p:cond delay="220"/>
                            </p:stCondLst>
                            <p:childTnLst>
                              <p:set>
                                <p:cBhvr>
                                  <p:cTn id="10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06" dur="50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7" presetID="10" presetClass="entr" presetSubtype="0" fill="hold" grpId="0" nodeType="withEffect">
                            <p:stCondLst>
                              <p:cond delay="220"/>
                            </p:stCondLst>
                            <p:childTnLst>
                              <p:set>
                                <p:cBhvr>
                                  <p:cTn id="10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09" dur="50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0" presetID="10" presetClass="entr" presetSubtype="0" fill="hold" grpId="0" nodeType="withEffect">
                            <p:stCondLst>
                              <p:cond delay="220"/>
                            </p:stCondLst>
                            <p:childTnLst>
                              <p:set>
                                <p:cBhvr>
                                  <p:cTn id="1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12" dur="50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3" presetID="10" presetClass="entr" presetSubtype="0" fill="hold" grpId="0" nodeType="withEffect">
                            <p:stCondLst>
                              <p:cond delay="220"/>
                            </p:stCondLst>
                            <p:childTnLst>
                              <p:set>
                                <p:cBhvr>
                                  <p:cTn id="1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15" dur="50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6" presetID="10" presetClass="entr" presetSubtype="0" fill="hold" grpId="0" nodeType="withEffect">
                            <p:stCondLst>
                              <p:cond delay="220"/>
                            </p:stCondLst>
                            <p:childTnLst>
                              <p:set>
                                <p:cBhvr>
                                  <p:cTn id="1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18" dur="50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9" presetID="10" presetClass="entr" presetSubtype="0" fill="hold" grpId="0" nodeType="withEffect">
                            <p:stCondLst>
                              <p:cond delay="220"/>
                            </p:stCondLst>
                            <p:childTnLst>
                              <p:set>
                                <p:cBhvr>
                                  <p:cTn id="1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21" dur="50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2" presetID="10" presetClass="entr" presetSubtype="0" fill="hold" grpId="0" nodeType="withEffect">
                            <p:stCondLst>
                              <p:cond delay="220"/>
                            </p:stCondLst>
                            <p:childTnLst>
                              <p:set>
                                <p:cBhvr>
                                  <p:cTn id="1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24" dur="50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5" presetID="10" presetClass="entr" presetSubtype="0" fill="hold" grpId="0" nodeType="withEffect">
                            <p:stCondLst>
                              <p:cond delay="220"/>
                            </p:stCondLst>
                            <p:childTnLst>
                              <p:set>
                                <p:cBhvr>
                                  <p:cTn id="1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27" dur="50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8" presetID="10" presetClass="entr" presetSubtype="0" fill="hold" grpId="0" nodeType="withEffect">
                            <p:stCondLst>
                              <p:cond delay="220"/>
                            </p:stCondLst>
                            <p:childTnLst>
                              <p:set>
                                <p:cBhvr>
                                  <p:cTn id="1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30" dur="50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1" presetID="10" presetClass="entr" presetSubtype="0" fill="hold" grpId="0" nodeType="withEffect">
                            <p:stCondLst>
                              <p:cond delay="440"/>
                            </p:stCondLst>
                            <p:childTnLst>
                              <p:set>
                                <p:cBhvr>
                                  <p:cTn id="1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33" dur="500"/>
                                  <p:tgtEl>
                                    <p:spTgt spid="1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4" presetID="10" presetClass="entr" presetSubtype="0" fill="hold" grpId="0" nodeType="withEffect">
                            <p:stCondLst>
                              <p:cond delay="440"/>
                            </p:stCondLst>
                            <p:childTnLst>
                              <p:set>
                                <p:cBhvr>
                                  <p:cTn id="13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36" dur="500"/>
                                  <p:tgtEl>
                                    <p:spTgt spid="2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7" presetID="10" presetClass="entr" presetSubtype="0" fill="hold" grpId="0" nodeType="withEffect">
                            <p:stCondLst>
                              <p:cond delay="440"/>
                            </p:stCondLst>
                            <p:childTnLst>
                              <p:set>
                                <p:cBhvr>
                                  <p:cTn id="13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39" dur="500"/>
                                  <p:tgtEl>
                                    <p:spTgt spid="2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0" presetID="10" presetClass="entr" presetSubtype="0" fill="hold" grpId="0" nodeType="withEffect">
                            <p:stCondLst>
                              <p:cond delay="660"/>
                            </p:stCondLst>
                            <p:childTnLst>
                              <p:set>
                                <p:cBhvr>
                                  <p:cTn id="14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42" dur="500"/>
                                  <p:tgtEl>
                                    <p:spTgt spid="2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3" presetID="10" presetClass="entr" presetSubtype="0" fill="hold" grpId="0" nodeType="withEffect">
                            <p:stCondLst>
                              <p:cond delay="660"/>
                            </p:stCondLst>
                            <p:childTnLst>
                              <p:set>
                                <p:cBhvr>
                                  <p:cTn id="14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45" dur="500"/>
                                  <p:tgtEl>
                                    <p:spTgt spid="2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6" presetID="10" presetClass="entr" presetSubtype="0" fill="hold" grpId="0" nodeType="withEffect">
                            <p:stCondLst>
                              <p:cond delay="660"/>
                            </p:stCondLst>
                            <p:childTnLst>
                              <p:set>
                                <p:cBhvr>
                                  <p:cTn id="14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48" dur="500"/>
                                  <p:tgtEl>
                                    <p:spTgt spid="2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9" presetID="10" presetClass="entr" presetSubtype="0" fill="hold" grpId="0" nodeType="withEffect">
                            <p:stCondLst>
                              <p:cond delay="880"/>
                            </p:stCondLst>
                            <p:childTnLst>
                              <p:set>
                                <p:cBhvr>
                                  <p:cTn id="15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51" dur="500"/>
                                  <p:tgtEl>
                                    <p:spTgt spid="2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2" presetID="10" presetClass="entr" presetSubtype="0" fill="hold" grpId="0" nodeType="withEffect">
                            <p:stCondLst>
                              <p:cond delay="880"/>
                            </p:stCondLst>
                            <p:childTnLst>
                              <p:set>
                                <p:cBhvr>
                                  <p:cTn id="15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54" dur="500"/>
                                  <p:tgtEl>
                                    <p:spTgt spid="2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5" presetID="10" presetClass="entr" presetSubtype="0" fill="hold" grpId="0" nodeType="withEffect">
                            <p:stCondLst>
                              <p:cond delay="880"/>
                            </p:stCondLst>
                            <p:childTnLst>
                              <p:set>
                                <p:cBhvr>
                                  <p:cTn id="15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57" dur="500"/>
                                  <p:tgtEl>
                                    <p:spTgt spid="2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8" presetID="10" presetClass="entr" presetSubtype="0" fill="hold" grpId="0" nodeType="withEffect">
                            <p:stCondLst>
                              <p:cond delay="880"/>
                            </p:stCondLst>
                            <p:childTnLst>
                              <p:set>
                                <p:cBhvr>
                                  <p:cTn id="15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60" dur="500"/>
                                  <p:tgtEl>
                                    <p:spTgt spid="2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1" presetID="10" presetClass="entr" presetSubtype="0" fill="hold" grpId="0" nodeType="withEffect">
                            <p:stCondLst>
                              <p:cond delay="1100"/>
                            </p:stCondLst>
                            <p:childTnLst>
                              <p:set>
                                <p:cBhvr>
                                  <p:cTn id="16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63" dur="500"/>
                                  <p:tgtEl>
                                    <p:spTgt spid="2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/>
      <p:bldP spid="10" grpId="0"/>
      <p:bldP spid="11" grpId="0"/>
      <p:bldP spid="12" grpId="0"/>
      <p:bldP spid="13" grpId="0"/>
      <p:bldP spid="14" grpId="0"/>
      <p:bldP spid="15" grpId="0"/>
      <p:bldP spid="16" grpId="0"/>
      <p:bldP spid="17" grpId="0"/>
      <p:bldP spid="18" grpId="0"/>
      <p:bldP spid="19" grpId="0"/>
      <p:bldP spid="20" grpId="0"/>
      <p:bldP spid="21" grpId="0"/>
      <p:bldP spid="22" grpId="0"/>
      <p:bldP spid="23" grpId="0"/>
      <p:bldP spid="24" grpId="0"/>
      <p:bldP spid="25" grpId="0"/>
      <p:bldP spid="26" grpId="0"/>
      <p:bldP spid="27" grpId="0"/>
      <p:bldP spid="28" grpId="0"/>
      <p:bldP spid="29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hromeDot"/>
          <p:cNvSpPr/>
          <p:nvPr/>
        </p:nvSpPr>
        <p:spPr>
          <a:xfrm>
            <a:off x="685800" y="438912"/>
            <a:ext cx="329184" cy="329184"/>
          </a:xfrm>
          <a:prstGeom prst="ellipse">
            <a:avLst/>
          </a:prstGeom>
          <a:solidFill>
            <a:srgbClr val="3457D5"/>
          </a:solidFill>
          <a:ln/>
        </p:spPr>
      </p:sp>
      <p:sp>
        <p:nvSpPr>
          <p:cNvPr id="3" name="chromeNum"/>
          <p:cNvSpPr txBox="1"/>
          <p:nvPr/>
        </p:nvSpPr>
        <p:spPr>
          <a:xfrm>
            <a:off x="685800" y="43891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</a:t>
            </a:r>
            <a:endParaRPr lang="en-US" sz="1200" dirty="0"/>
          </a:p>
        </p:txBody>
      </p:sp>
      <p:sp>
        <p:nvSpPr>
          <p:cNvPr id="4" name="chromeLabel"/>
          <p:cNvSpPr txBox="1"/>
          <p:nvPr/>
        </p:nvSpPr>
        <p:spPr>
          <a:xfrm>
            <a:off x="1115568" y="438912"/>
            <a:ext cx="5486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60" kern="0" dirty="0">
                <a:solidFill>
                  <a:srgbClr val="3457D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HISTORY</a:t>
            </a:r>
            <a:endParaRPr lang="en-US" sz="1050" dirty="0"/>
          </a:p>
        </p:txBody>
      </p:sp>
      <p:sp>
        <p:nvSpPr>
          <p:cNvPr id="5" name="rail0"/>
          <p:cNvSpPr/>
          <p:nvPr/>
        </p:nvSpPr>
        <p:spPr>
          <a:xfrm>
            <a:off x="685800" y="6236208"/>
            <a:ext cx="402336" cy="64008"/>
          </a:xfrm>
          <a:prstGeom prst="roundRect">
            <a:avLst>
              <a:gd name="adj" fmla="val 50000"/>
            </a:avLst>
          </a:prstGeom>
          <a:solidFill>
            <a:srgbClr val="3457D5"/>
          </a:solidFill>
          <a:ln/>
        </p:spPr>
      </p:sp>
      <p:sp>
        <p:nvSpPr>
          <p:cNvPr id="6" name="rail1"/>
          <p:cNvSpPr/>
          <p:nvPr/>
        </p:nvSpPr>
        <p:spPr>
          <a:xfrm>
            <a:off x="1197864" y="6236208"/>
            <a:ext cx="402336" cy="64008"/>
          </a:xfrm>
          <a:prstGeom prst="roundRect">
            <a:avLst>
              <a:gd name="adj" fmla="val 50000"/>
            </a:avLst>
          </a:prstGeom>
          <a:solidFill>
            <a:srgbClr val="DCDEE3"/>
          </a:solidFill>
          <a:ln/>
        </p:spPr>
      </p:sp>
      <p:sp>
        <p:nvSpPr>
          <p:cNvPr id="7" name="rail2"/>
          <p:cNvSpPr/>
          <p:nvPr/>
        </p:nvSpPr>
        <p:spPr>
          <a:xfrm>
            <a:off x="1709928" y="6236208"/>
            <a:ext cx="402336" cy="64008"/>
          </a:xfrm>
          <a:prstGeom prst="roundRect">
            <a:avLst>
              <a:gd name="adj" fmla="val 50000"/>
            </a:avLst>
          </a:prstGeom>
          <a:solidFill>
            <a:srgbClr val="DCDEE3"/>
          </a:solidFill>
          <a:ln/>
        </p:spPr>
      </p:sp>
      <p:sp>
        <p:nvSpPr>
          <p:cNvPr id="8" name="chromePage"/>
          <p:cNvSpPr txBox="1"/>
          <p:nvPr/>
        </p:nvSpPr>
        <p:spPr>
          <a:xfrm>
            <a:off x="10241280" y="6089904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120" kern="0" dirty="0">
                <a:solidFill>
                  <a:srgbClr val="3C445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pPr algn="r" indent="0" marL="0">
              <a:buNone/>
            </a:pPr>
            <a:r>
              <a:rPr lang="en-US" sz="1050" spc="120" kern="0" dirty="0">
                <a:solidFill>
                  <a:srgbClr val="B6BDC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/ 22</a:t>
            </a:r>
            <a:endParaRPr lang="en-US" sz="1050" dirty="0"/>
          </a:p>
        </p:txBody>
      </p:sp>
      <p:pic>
        <p:nvPicPr>
          <p:cNvPr id="9" name="s05_anim001" descr="D:\learning material\SWT\_build\img\juni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550408" y="1417320"/>
            <a:ext cx="1097280" cy="1097280"/>
          </a:xfrm>
          <a:prstGeom prst="rect">
            <a:avLst/>
          </a:prstGeom>
        </p:spPr>
      </p:pic>
      <p:sp>
        <p:nvSpPr>
          <p:cNvPr id="10" name="s05_anim002"/>
          <p:cNvSpPr txBox="1"/>
          <p:nvPr/>
        </p:nvSpPr>
        <p:spPr>
          <a:xfrm>
            <a:off x="731520" y="2697480"/>
            <a:ext cx="1072591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800" b="1" dirty="0">
                <a:solidFill>
                  <a:srgbClr val="15181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2004</a:t>
            </a:r>
            <a:endParaRPr lang="en-US" sz="8800" dirty="0"/>
          </a:p>
        </p:txBody>
      </p:sp>
      <p:sp>
        <p:nvSpPr>
          <p:cNvPr id="11" name="s05_anim003"/>
          <p:cNvSpPr txBox="1"/>
          <p:nvPr/>
        </p:nvSpPr>
        <p:spPr>
          <a:xfrm>
            <a:off x="731520" y="4160520"/>
            <a:ext cx="107259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8A93A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JUnit 3 ruled Java. And it </a:t>
            </a:r>
            <a:pPr algn="ctr" indent="0" marL="0">
              <a:buNone/>
            </a:pPr>
            <a:r>
              <a:rPr lang="en-US" sz="1700" b="1" dirty="0">
                <a:solidFill>
                  <a:srgbClr val="15181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wasn't enough</a:t>
            </a:r>
            <a:pPr algn="ctr" indent="0" marL="0">
              <a:buNone/>
            </a:pPr>
            <a:r>
              <a:rPr lang="en-US" sz="1700" dirty="0">
                <a:solidFill>
                  <a:srgbClr val="8A93A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.</a:t>
            </a:r>
            <a:endParaRPr lang="en-US" sz="1700" dirty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9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101" presetID="10" presetClass="entr" presetSubtype="0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0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03" dur="50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4" presetID="10" presetClass="entr" presetSubtype="0" fill="hold" grpId="0" nodeType="withEffect">
                            <p:stCondLst>
                              <p:cond delay="220"/>
                            </p:stCondLst>
                            <p:childTnLst>
                              <p:set>
                                <p:cBhvr>
                                  <p:cTn id="10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06" dur="50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7" presetID="10" presetClass="entr" presetSubtype="0" fill="hold" grpId="0" nodeType="withEffect">
                            <p:stCondLst>
                              <p:cond delay="440"/>
                            </p:stCondLst>
                            <p:childTnLst>
                              <p:set>
                                <p:cBhvr>
                                  <p:cTn id="10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09" dur="50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/>
      <p:bldP spid="10" grpId="0"/>
      <p:bldP spid="11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hromeDot"/>
          <p:cNvSpPr/>
          <p:nvPr/>
        </p:nvSpPr>
        <p:spPr>
          <a:xfrm>
            <a:off x="685800" y="438912"/>
            <a:ext cx="329184" cy="329184"/>
          </a:xfrm>
          <a:prstGeom prst="ellipse">
            <a:avLst/>
          </a:prstGeom>
          <a:solidFill>
            <a:srgbClr val="3457D5"/>
          </a:solidFill>
          <a:ln/>
        </p:spPr>
      </p:sp>
      <p:sp>
        <p:nvSpPr>
          <p:cNvPr id="3" name="chromeNum"/>
          <p:cNvSpPr txBox="1"/>
          <p:nvPr/>
        </p:nvSpPr>
        <p:spPr>
          <a:xfrm>
            <a:off x="685800" y="43891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</a:t>
            </a:r>
            <a:endParaRPr lang="en-US" sz="1200" dirty="0"/>
          </a:p>
        </p:txBody>
      </p:sp>
      <p:sp>
        <p:nvSpPr>
          <p:cNvPr id="4" name="chromeLabel"/>
          <p:cNvSpPr txBox="1"/>
          <p:nvPr/>
        </p:nvSpPr>
        <p:spPr>
          <a:xfrm>
            <a:off x="1115568" y="438912"/>
            <a:ext cx="5486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60" kern="0" dirty="0">
                <a:solidFill>
                  <a:srgbClr val="3457D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HISTORY</a:t>
            </a:r>
            <a:endParaRPr lang="en-US" sz="1050" dirty="0"/>
          </a:p>
        </p:txBody>
      </p:sp>
      <p:sp>
        <p:nvSpPr>
          <p:cNvPr id="5" name="rail0"/>
          <p:cNvSpPr/>
          <p:nvPr/>
        </p:nvSpPr>
        <p:spPr>
          <a:xfrm>
            <a:off x="685800" y="6236208"/>
            <a:ext cx="402336" cy="64008"/>
          </a:xfrm>
          <a:prstGeom prst="roundRect">
            <a:avLst>
              <a:gd name="adj" fmla="val 50000"/>
            </a:avLst>
          </a:prstGeom>
          <a:solidFill>
            <a:srgbClr val="3457D5"/>
          </a:solidFill>
          <a:ln/>
        </p:spPr>
      </p:sp>
      <p:sp>
        <p:nvSpPr>
          <p:cNvPr id="6" name="rail1"/>
          <p:cNvSpPr/>
          <p:nvPr/>
        </p:nvSpPr>
        <p:spPr>
          <a:xfrm>
            <a:off x="1197864" y="6236208"/>
            <a:ext cx="402336" cy="64008"/>
          </a:xfrm>
          <a:prstGeom prst="roundRect">
            <a:avLst>
              <a:gd name="adj" fmla="val 50000"/>
            </a:avLst>
          </a:prstGeom>
          <a:solidFill>
            <a:srgbClr val="DCDEE3"/>
          </a:solidFill>
          <a:ln/>
        </p:spPr>
      </p:sp>
      <p:sp>
        <p:nvSpPr>
          <p:cNvPr id="7" name="rail2"/>
          <p:cNvSpPr/>
          <p:nvPr/>
        </p:nvSpPr>
        <p:spPr>
          <a:xfrm>
            <a:off x="1709928" y="6236208"/>
            <a:ext cx="402336" cy="64008"/>
          </a:xfrm>
          <a:prstGeom prst="roundRect">
            <a:avLst>
              <a:gd name="adj" fmla="val 50000"/>
            </a:avLst>
          </a:prstGeom>
          <a:solidFill>
            <a:srgbClr val="DCDEE3"/>
          </a:solidFill>
          <a:ln/>
        </p:spPr>
      </p:sp>
      <p:sp>
        <p:nvSpPr>
          <p:cNvPr id="8" name="chromePage"/>
          <p:cNvSpPr txBox="1"/>
          <p:nvPr/>
        </p:nvSpPr>
        <p:spPr>
          <a:xfrm>
            <a:off x="10241280" y="6089904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120" kern="0" dirty="0">
                <a:solidFill>
                  <a:srgbClr val="3C445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</a:t>
            </a:r>
            <a:pPr algn="r" indent="0" marL="0">
              <a:buNone/>
            </a:pPr>
            <a:r>
              <a:rPr lang="en-US" sz="1050" spc="120" kern="0" dirty="0">
                <a:solidFill>
                  <a:srgbClr val="B6BDC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/ 22</a:t>
            </a:r>
            <a:endParaRPr lang="en-US" sz="1050" dirty="0"/>
          </a:p>
        </p:txBody>
      </p:sp>
      <p:sp>
        <p:nvSpPr>
          <p:cNvPr id="9" name="s06_anim001"/>
          <p:cNvSpPr txBox="1"/>
          <p:nvPr/>
        </p:nvSpPr>
        <p:spPr>
          <a:xfrm>
            <a:off x="731520" y="1417320"/>
            <a:ext cx="1072591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15181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method name </a:t>
            </a:r>
            <a:pPr algn="ctr" indent="0" marL="0">
              <a:buNone/>
            </a:pPr>
            <a:r>
              <a:rPr lang="en-US" sz="3400" b="1" dirty="0">
                <a:solidFill>
                  <a:srgbClr val="3457D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was</a:t>
            </a:r>
            <a:pPr algn="ctr" indent="0" marL="0">
              <a:buNone/>
            </a:pPr>
            <a:r>
              <a:rPr lang="en-US" sz="3400" b="1" dirty="0">
                <a:solidFill>
                  <a:srgbClr val="15181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the API</a:t>
            </a:r>
            <a:endParaRPr lang="en-US" sz="3400" dirty="0"/>
          </a:p>
        </p:txBody>
      </p:sp>
      <p:sp>
        <p:nvSpPr>
          <p:cNvPr id="10" name="s06_anim002"/>
          <p:cNvSpPr/>
          <p:nvPr/>
        </p:nvSpPr>
        <p:spPr>
          <a:xfrm>
            <a:off x="2286000" y="2743200"/>
            <a:ext cx="7616952" cy="1965960"/>
          </a:xfrm>
          <a:prstGeom prst="roundRect">
            <a:avLst>
              <a:gd name="adj" fmla="val 6977"/>
            </a:avLst>
          </a:prstGeom>
          <a:solidFill>
            <a:srgbClr val="F7F8FA"/>
          </a:solidFill>
          <a:ln w="12700">
            <a:solidFill>
              <a:srgbClr val="E6E9EF"/>
            </a:solidFill>
            <a:prstDash val="solid"/>
          </a:ln>
          <a:effectLst>
            <a:outerShdw sx="100000" sy="100000" kx="0" ky="0" algn="bl" rotWithShape="0" blurRad="177800" dist="38100" dir="5400000">
              <a:srgbClr val="101C28">
                <a:alpha val="9000"/>
              </a:srgbClr>
            </a:outerShdw>
          </a:effectLst>
        </p:spPr>
      </p:sp>
      <p:sp>
        <p:nvSpPr>
          <p:cNvPr id="11" name="s06_anim002"/>
          <p:cNvSpPr txBox="1"/>
          <p:nvPr/>
        </p:nvSpPr>
        <p:spPr>
          <a:xfrm>
            <a:off x="2743200" y="2944368"/>
            <a:ext cx="68580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400"/>
              </a:lnSpc>
              <a:buNone/>
            </a:pPr>
            <a:r>
              <a:rPr lang="en-US" sz="1900" dirty="0">
                <a:solidFill>
                  <a:srgbClr val="A7AEB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JUnit 3
</a:t>
            </a:r>
            <a:pPr indent="0" marL="0">
              <a:lnSpc>
                <a:spcPts val="3400"/>
              </a:lnSpc>
              <a:buNone/>
            </a:pPr>
            <a:r>
              <a:rPr lang="en-US" sz="1900" dirty="0">
                <a:solidFill>
                  <a:srgbClr val="9333E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public void </a:t>
            </a:r>
            <a:pPr indent="0" marL="0">
              <a:lnSpc>
                <a:spcPts val="3400"/>
              </a:lnSpc>
              <a:buNone/>
            </a:pPr>
            <a:r>
              <a:rPr lang="en-US" sz="1900" b="1" dirty="0">
                <a:solidFill>
                  <a:srgbClr val="B4530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test</a:t>
            </a:r>
            <a:pPr indent="0" marL="0">
              <a:lnSpc>
                <a:spcPts val="3400"/>
              </a:lnSpc>
              <a:buNone/>
            </a:pPr>
            <a:r>
              <a:rPr lang="en-US" sz="1900" dirty="0">
                <a:solidFill>
                  <a:srgbClr val="3C44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Login() { … }
</a:t>
            </a:r>
            <a:pPr indent="0" marL="0">
              <a:lnSpc>
                <a:spcPts val="3400"/>
              </a:lnSpc>
              <a:buNone/>
            </a:pPr>
            <a:r>
              <a:rPr lang="en-US" sz="1900" dirty="0">
                <a:solidFill>
                  <a:srgbClr val="A7AEB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drop four letters → the test silently disappears</a:t>
            </a:r>
            <a:endParaRPr lang="en-US" sz="1900" dirty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9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101" presetID="10" presetClass="entr" presetSubtype="0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0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03" dur="50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4" presetID="10" presetClass="entr" presetSubtype="0" fill="hold" grpId="0" nodeType="withEffect">
                            <p:stCondLst>
                              <p:cond delay="220"/>
                            </p:stCondLst>
                            <p:childTnLst>
                              <p:set>
                                <p:cBhvr>
                                  <p:cTn id="10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06" dur="50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7" presetID="10" presetClass="entr" presetSubtype="0" fill="hold" grpId="0" nodeType="withEffect">
                            <p:stCondLst>
                              <p:cond delay="220"/>
                            </p:stCondLst>
                            <p:childTnLst>
                              <p:set>
                                <p:cBhvr>
                                  <p:cTn id="10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09" dur="50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/>
      <p:bldP spid="10" grpId="0"/>
      <p:bldP spid="11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hromeDot"/>
          <p:cNvSpPr/>
          <p:nvPr/>
        </p:nvSpPr>
        <p:spPr>
          <a:xfrm>
            <a:off x="685800" y="438912"/>
            <a:ext cx="329184" cy="329184"/>
          </a:xfrm>
          <a:prstGeom prst="ellipse">
            <a:avLst/>
          </a:prstGeom>
          <a:solidFill>
            <a:srgbClr val="3457D5"/>
          </a:solidFill>
          <a:ln/>
        </p:spPr>
      </p:sp>
      <p:sp>
        <p:nvSpPr>
          <p:cNvPr id="3" name="chromeNum"/>
          <p:cNvSpPr txBox="1"/>
          <p:nvPr/>
        </p:nvSpPr>
        <p:spPr>
          <a:xfrm>
            <a:off x="685800" y="43891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</a:t>
            </a:r>
            <a:endParaRPr lang="en-US" sz="1200" dirty="0"/>
          </a:p>
        </p:txBody>
      </p:sp>
      <p:sp>
        <p:nvSpPr>
          <p:cNvPr id="4" name="chromeLabel"/>
          <p:cNvSpPr txBox="1"/>
          <p:nvPr/>
        </p:nvSpPr>
        <p:spPr>
          <a:xfrm>
            <a:off x="1115568" y="438912"/>
            <a:ext cx="5486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60" kern="0" dirty="0">
                <a:solidFill>
                  <a:srgbClr val="3457D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HISTORY</a:t>
            </a:r>
            <a:endParaRPr lang="en-US" sz="1050" dirty="0"/>
          </a:p>
        </p:txBody>
      </p:sp>
      <p:sp>
        <p:nvSpPr>
          <p:cNvPr id="5" name="rail0"/>
          <p:cNvSpPr/>
          <p:nvPr/>
        </p:nvSpPr>
        <p:spPr>
          <a:xfrm>
            <a:off x="685800" y="6236208"/>
            <a:ext cx="402336" cy="64008"/>
          </a:xfrm>
          <a:prstGeom prst="roundRect">
            <a:avLst>
              <a:gd name="adj" fmla="val 50000"/>
            </a:avLst>
          </a:prstGeom>
          <a:solidFill>
            <a:srgbClr val="3457D5"/>
          </a:solidFill>
          <a:ln/>
        </p:spPr>
      </p:sp>
      <p:sp>
        <p:nvSpPr>
          <p:cNvPr id="6" name="rail1"/>
          <p:cNvSpPr/>
          <p:nvPr/>
        </p:nvSpPr>
        <p:spPr>
          <a:xfrm>
            <a:off x="1197864" y="6236208"/>
            <a:ext cx="402336" cy="64008"/>
          </a:xfrm>
          <a:prstGeom prst="roundRect">
            <a:avLst>
              <a:gd name="adj" fmla="val 50000"/>
            </a:avLst>
          </a:prstGeom>
          <a:solidFill>
            <a:srgbClr val="DCDEE3"/>
          </a:solidFill>
          <a:ln/>
        </p:spPr>
      </p:sp>
      <p:sp>
        <p:nvSpPr>
          <p:cNvPr id="7" name="rail2"/>
          <p:cNvSpPr/>
          <p:nvPr/>
        </p:nvSpPr>
        <p:spPr>
          <a:xfrm>
            <a:off x="1709928" y="6236208"/>
            <a:ext cx="402336" cy="64008"/>
          </a:xfrm>
          <a:prstGeom prst="roundRect">
            <a:avLst>
              <a:gd name="adj" fmla="val 50000"/>
            </a:avLst>
          </a:prstGeom>
          <a:solidFill>
            <a:srgbClr val="DCDEE3"/>
          </a:solidFill>
          <a:ln/>
        </p:spPr>
      </p:sp>
      <p:sp>
        <p:nvSpPr>
          <p:cNvPr id="8" name="chromePage"/>
          <p:cNvSpPr txBox="1"/>
          <p:nvPr/>
        </p:nvSpPr>
        <p:spPr>
          <a:xfrm>
            <a:off x="10241280" y="6089904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120" kern="0" dirty="0">
                <a:solidFill>
                  <a:srgbClr val="3C445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</a:t>
            </a:r>
            <a:pPr algn="r" indent="0" marL="0">
              <a:buNone/>
            </a:pPr>
            <a:r>
              <a:rPr lang="en-US" sz="1050" spc="120" kern="0" dirty="0">
                <a:solidFill>
                  <a:srgbClr val="B6BDC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/ 22</a:t>
            </a:r>
            <a:endParaRPr lang="en-US" sz="1050" dirty="0"/>
          </a:p>
        </p:txBody>
      </p:sp>
      <p:pic>
        <p:nvPicPr>
          <p:cNvPr id="9" name="s07_anim001" descr="D:\learning material\SWT\_build\img\beus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175504" y="1371600"/>
            <a:ext cx="1828800" cy="1828800"/>
          </a:xfrm>
          <a:prstGeom prst="ellipse">
            <a:avLst/>
          </a:prstGeom>
        </p:spPr>
      </p:pic>
      <p:sp>
        <p:nvSpPr>
          <p:cNvPr id="10" name="s07_anim002"/>
          <p:cNvSpPr txBox="1"/>
          <p:nvPr/>
        </p:nvSpPr>
        <p:spPr>
          <a:xfrm>
            <a:off x="731520" y="3429000"/>
            <a:ext cx="1072591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15181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Cédric Beust</a:t>
            </a:r>
            <a:endParaRPr lang="en-US" sz="4000" dirty="0"/>
          </a:p>
        </p:txBody>
      </p:sp>
      <p:sp>
        <p:nvSpPr>
          <p:cNvPr id="11" name="s07_anim003"/>
          <p:cNvSpPr txBox="1"/>
          <p:nvPr/>
        </p:nvSpPr>
        <p:spPr>
          <a:xfrm>
            <a:off x="731520" y="4315968"/>
            <a:ext cx="1072591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8A93A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Didn't patch JUnit. </a:t>
            </a:r>
            <a:pPr algn="ctr" indent="0" marL="0">
              <a:buNone/>
            </a:pPr>
            <a:r>
              <a:rPr lang="en-US" sz="1700" b="1" dirty="0">
                <a:solidFill>
                  <a:srgbClr val="15181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Rewrote it.</a:t>
            </a:r>
            <a:endParaRPr lang="en-US" sz="1700" dirty="0"/>
          </a:p>
        </p:txBody>
      </p:sp>
      <p:sp>
        <p:nvSpPr>
          <p:cNvPr id="12" name="s07_anim004"/>
          <p:cNvSpPr txBox="1"/>
          <p:nvPr/>
        </p:nvSpPr>
        <p:spPr>
          <a:xfrm>
            <a:off x="731520" y="4892040"/>
            <a:ext cx="107259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8A93A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Inspired by JUnit &amp; NUnit  ·  built for integration testing</a:t>
            </a:r>
            <a:endParaRPr lang="en-US" sz="1150" dirty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9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101" presetID="10" presetClass="entr" presetSubtype="0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0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03" dur="50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4" presetID="10" presetClass="entr" presetSubtype="0" fill="hold" grpId="0" nodeType="withEffect">
                            <p:stCondLst>
                              <p:cond delay="220"/>
                            </p:stCondLst>
                            <p:childTnLst>
                              <p:set>
                                <p:cBhvr>
                                  <p:cTn id="10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06" dur="50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7" presetID="10" presetClass="entr" presetSubtype="0" fill="hold" grpId="0" nodeType="withEffect">
                            <p:stCondLst>
                              <p:cond delay="440"/>
                            </p:stCondLst>
                            <p:childTnLst>
                              <p:set>
                                <p:cBhvr>
                                  <p:cTn id="10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09" dur="50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0" presetID="10" presetClass="entr" presetSubtype="0" fill="hold" grpId="0" nodeType="withEffect">
                            <p:stCondLst>
                              <p:cond delay="660"/>
                            </p:stCondLst>
                            <p:childTnLst>
                              <p:set>
                                <p:cBhvr>
                                  <p:cTn id="1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12" dur="50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/>
      <p:bldP spid="10" grpId="0"/>
      <p:bldP spid="11" grpId="0"/>
      <p:bldP spid="12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hromeDot"/>
          <p:cNvSpPr/>
          <p:nvPr/>
        </p:nvSpPr>
        <p:spPr>
          <a:xfrm>
            <a:off x="685800" y="438912"/>
            <a:ext cx="329184" cy="329184"/>
          </a:xfrm>
          <a:prstGeom prst="ellipse">
            <a:avLst/>
          </a:prstGeom>
          <a:solidFill>
            <a:srgbClr val="3457D5"/>
          </a:solidFill>
          <a:ln/>
        </p:spPr>
      </p:sp>
      <p:sp>
        <p:nvSpPr>
          <p:cNvPr id="3" name="chromeNum"/>
          <p:cNvSpPr txBox="1"/>
          <p:nvPr/>
        </p:nvSpPr>
        <p:spPr>
          <a:xfrm>
            <a:off x="685800" y="43891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</a:t>
            </a:r>
            <a:endParaRPr lang="en-US" sz="1200" dirty="0"/>
          </a:p>
        </p:txBody>
      </p:sp>
      <p:sp>
        <p:nvSpPr>
          <p:cNvPr id="4" name="chromeLabel"/>
          <p:cNvSpPr txBox="1"/>
          <p:nvPr/>
        </p:nvSpPr>
        <p:spPr>
          <a:xfrm>
            <a:off x="1115568" y="438912"/>
            <a:ext cx="5486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60" kern="0" dirty="0">
                <a:solidFill>
                  <a:srgbClr val="3457D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WHY</a:t>
            </a:r>
            <a:endParaRPr lang="en-US" sz="1050" dirty="0"/>
          </a:p>
        </p:txBody>
      </p:sp>
      <p:sp>
        <p:nvSpPr>
          <p:cNvPr id="5" name="rail0"/>
          <p:cNvSpPr/>
          <p:nvPr/>
        </p:nvSpPr>
        <p:spPr>
          <a:xfrm>
            <a:off x="685800" y="6236208"/>
            <a:ext cx="402336" cy="64008"/>
          </a:xfrm>
          <a:prstGeom prst="roundRect">
            <a:avLst>
              <a:gd name="adj" fmla="val 50000"/>
            </a:avLst>
          </a:prstGeom>
          <a:solidFill>
            <a:srgbClr val="3457D5"/>
          </a:solidFill>
          <a:ln/>
        </p:spPr>
      </p:sp>
      <p:sp>
        <p:nvSpPr>
          <p:cNvPr id="6" name="rail1"/>
          <p:cNvSpPr/>
          <p:nvPr/>
        </p:nvSpPr>
        <p:spPr>
          <a:xfrm>
            <a:off x="1197864" y="6236208"/>
            <a:ext cx="402336" cy="64008"/>
          </a:xfrm>
          <a:prstGeom prst="roundRect">
            <a:avLst>
              <a:gd name="adj" fmla="val 50000"/>
            </a:avLst>
          </a:prstGeom>
          <a:solidFill>
            <a:srgbClr val="DCDEE3"/>
          </a:solidFill>
          <a:ln/>
        </p:spPr>
      </p:sp>
      <p:sp>
        <p:nvSpPr>
          <p:cNvPr id="7" name="rail2"/>
          <p:cNvSpPr/>
          <p:nvPr/>
        </p:nvSpPr>
        <p:spPr>
          <a:xfrm>
            <a:off x="1709928" y="6236208"/>
            <a:ext cx="402336" cy="64008"/>
          </a:xfrm>
          <a:prstGeom prst="roundRect">
            <a:avLst>
              <a:gd name="adj" fmla="val 50000"/>
            </a:avLst>
          </a:prstGeom>
          <a:solidFill>
            <a:srgbClr val="DCDEE3"/>
          </a:solidFill>
          <a:ln/>
        </p:spPr>
      </p:sp>
      <p:sp>
        <p:nvSpPr>
          <p:cNvPr id="8" name="chromePage"/>
          <p:cNvSpPr txBox="1"/>
          <p:nvPr/>
        </p:nvSpPr>
        <p:spPr>
          <a:xfrm>
            <a:off x="10241280" y="6089904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120" kern="0" dirty="0">
                <a:solidFill>
                  <a:srgbClr val="3C445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</a:t>
            </a:r>
            <a:pPr algn="r" indent="0" marL="0">
              <a:buNone/>
            </a:pPr>
            <a:r>
              <a:rPr lang="en-US" sz="1050" spc="120" kern="0" dirty="0">
                <a:solidFill>
                  <a:srgbClr val="B6BDC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/ 22</a:t>
            </a:r>
            <a:endParaRPr lang="en-US" sz="1050" dirty="0"/>
          </a:p>
        </p:txBody>
      </p:sp>
      <p:sp>
        <p:nvSpPr>
          <p:cNvPr id="9" name="s08_anim001"/>
          <p:cNvSpPr txBox="1"/>
          <p:nvPr/>
        </p:nvSpPr>
        <p:spPr>
          <a:xfrm>
            <a:off x="731520" y="1078992"/>
            <a:ext cx="1072591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15181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Three walls</a:t>
            </a:r>
            <a:endParaRPr lang="en-US" sz="3400" dirty="0"/>
          </a:p>
        </p:txBody>
      </p:sp>
      <p:sp>
        <p:nvSpPr>
          <p:cNvPr id="10" name="s08_anim002"/>
          <p:cNvSpPr/>
          <p:nvPr/>
        </p:nvSpPr>
        <p:spPr>
          <a:xfrm>
            <a:off x="755752" y="2286000"/>
            <a:ext cx="3291840" cy="2011680"/>
          </a:xfrm>
          <a:prstGeom prst="roundRect">
            <a:avLst>
              <a:gd name="adj" fmla="val 5909"/>
            </a:avLst>
          </a:prstGeom>
          <a:solidFill>
            <a:srgbClr val="F7F8FA"/>
          </a:solidFill>
          <a:ln w="12700">
            <a:solidFill>
              <a:srgbClr val="E6E9EF"/>
            </a:solidFill>
            <a:prstDash val="solid"/>
          </a:ln>
          <a:effectLst>
            <a:outerShdw sx="100000" sy="100000" kx="0" ky="0" algn="bl" rotWithShape="0" blurRad="177800" dist="38100" dir="5400000">
              <a:srgbClr val="101C28">
                <a:alpha val="9000"/>
              </a:srgbClr>
            </a:outerShdw>
          </a:effectLst>
        </p:spPr>
      </p:sp>
      <p:sp>
        <p:nvSpPr>
          <p:cNvPr id="11" name="s08_anim002"/>
          <p:cNvSpPr txBox="1"/>
          <p:nvPr/>
        </p:nvSpPr>
        <p:spPr>
          <a:xfrm>
            <a:off x="1048360" y="2560320"/>
            <a:ext cx="640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000000"/>
                </a:solidFill>
                <a:latin typeface="Segoe UI Emoji" pitchFamily="34" charset="0"/>
                <a:ea typeface="Segoe UI Emoji" pitchFamily="34" charset="-122"/>
                <a:cs typeface="Segoe UI Emoji" pitchFamily="34" charset="-120"/>
              </a:rPr>
              <a:t>🚫</a:t>
            </a:r>
            <a:endParaRPr lang="en-US" sz="1900" dirty="0"/>
          </a:p>
        </p:txBody>
      </p:sp>
      <p:sp>
        <p:nvSpPr>
          <p:cNvPr id="12" name="s08_anim002"/>
          <p:cNvSpPr txBox="1"/>
          <p:nvPr/>
        </p:nvSpPr>
        <p:spPr>
          <a:xfrm>
            <a:off x="1048360" y="3108960"/>
            <a:ext cx="27066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5181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 groups</a:t>
            </a:r>
            <a:endParaRPr lang="en-US" sz="1700" dirty="0"/>
          </a:p>
        </p:txBody>
      </p:sp>
      <p:sp>
        <p:nvSpPr>
          <p:cNvPr id="13" name="s08_anim002"/>
          <p:cNvSpPr txBox="1"/>
          <p:nvPr/>
        </p:nvSpPr>
        <p:spPr>
          <a:xfrm>
            <a:off x="1048360" y="3493008"/>
            <a:ext cx="270662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8A93A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Run only the smoke tests? No mechanism.</a:t>
            </a:r>
            <a:endParaRPr lang="en-US" sz="1150" dirty="0"/>
          </a:p>
        </p:txBody>
      </p:sp>
      <p:sp>
        <p:nvSpPr>
          <p:cNvPr id="14" name="s08_anim003"/>
          <p:cNvSpPr/>
          <p:nvPr/>
        </p:nvSpPr>
        <p:spPr>
          <a:xfrm>
            <a:off x="4449928" y="2286000"/>
            <a:ext cx="3291840" cy="2011680"/>
          </a:xfrm>
          <a:prstGeom prst="roundRect">
            <a:avLst>
              <a:gd name="adj" fmla="val 5909"/>
            </a:avLst>
          </a:prstGeom>
          <a:solidFill>
            <a:srgbClr val="F7F8FA"/>
          </a:solidFill>
          <a:ln w="12700">
            <a:solidFill>
              <a:srgbClr val="E6E9EF"/>
            </a:solidFill>
            <a:prstDash val="solid"/>
          </a:ln>
          <a:effectLst>
            <a:outerShdw sx="100000" sy="100000" kx="0" ky="0" algn="bl" rotWithShape="0" blurRad="177800" dist="38100" dir="5400000">
              <a:srgbClr val="101C28">
                <a:alpha val="9000"/>
              </a:srgbClr>
            </a:outerShdw>
          </a:effectLst>
        </p:spPr>
      </p:sp>
      <p:sp>
        <p:nvSpPr>
          <p:cNvPr id="15" name="s08_anim003"/>
          <p:cNvSpPr txBox="1"/>
          <p:nvPr/>
        </p:nvSpPr>
        <p:spPr>
          <a:xfrm>
            <a:off x="4742536" y="2560320"/>
            <a:ext cx="640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000000"/>
                </a:solidFill>
                <a:latin typeface="Segoe UI Emoji" pitchFamily="34" charset="0"/>
                <a:ea typeface="Segoe UI Emoji" pitchFamily="34" charset="-122"/>
                <a:cs typeface="Segoe UI Emoji" pitchFamily="34" charset="-120"/>
              </a:rPr>
              <a:t>🔗</a:t>
            </a:r>
            <a:endParaRPr lang="en-US" sz="1900" dirty="0"/>
          </a:p>
        </p:txBody>
      </p:sp>
      <p:sp>
        <p:nvSpPr>
          <p:cNvPr id="16" name="s08_anim003"/>
          <p:cNvSpPr txBox="1"/>
          <p:nvPr/>
        </p:nvSpPr>
        <p:spPr>
          <a:xfrm>
            <a:off x="4742536" y="3108960"/>
            <a:ext cx="27066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5181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 dependencies</a:t>
            </a:r>
            <a:endParaRPr lang="en-US" sz="1700" dirty="0"/>
          </a:p>
        </p:txBody>
      </p:sp>
      <p:sp>
        <p:nvSpPr>
          <p:cNvPr id="17" name="s08_anim003"/>
          <p:cNvSpPr txBox="1"/>
          <p:nvPr/>
        </p:nvSpPr>
        <p:spPr>
          <a:xfrm>
            <a:off x="4742536" y="3493008"/>
            <a:ext cx="270662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8A93A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Login fails, checkout runs anyway — and fails too.</a:t>
            </a:r>
            <a:endParaRPr lang="en-US" sz="1150" dirty="0"/>
          </a:p>
        </p:txBody>
      </p:sp>
      <p:sp>
        <p:nvSpPr>
          <p:cNvPr id="18" name="s08_anim004"/>
          <p:cNvSpPr/>
          <p:nvPr/>
        </p:nvSpPr>
        <p:spPr>
          <a:xfrm>
            <a:off x="8144104" y="2286000"/>
            <a:ext cx="3291840" cy="2011680"/>
          </a:xfrm>
          <a:prstGeom prst="roundRect">
            <a:avLst>
              <a:gd name="adj" fmla="val 5909"/>
            </a:avLst>
          </a:prstGeom>
          <a:solidFill>
            <a:srgbClr val="F7F8FA"/>
          </a:solidFill>
          <a:ln w="12700">
            <a:solidFill>
              <a:srgbClr val="E6E9EF"/>
            </a:solidFill>
            <a:prstDash val="solid"/>
          </a:ln>
          <a:effectLst>
            <a:outerShdw sx="100000" sy="100000" kx="0" ky="0" algn="bl" rotWithShape="0" blurRad="177800" dist="38100" dir="5400000">
              <a:srgbClr val="101C28">
                <a:alpha val="9000"/>
              </a:srgbClr>
            </a:outerShdw>
          </a:effectLst>
        </p:spPr>
      </p:sp>
      <p:sp>
        <p:nvSpPr>
          <p:cNvPr id="19" name="s08_anim004"/>
          <p:cNvSpPr txBox="1"/>
          <p:nvPr/>
        </p:nvSpPr>
        <p:spPr>
          <a:xfrm>
            <a:off x="8436712" y="2560320"/>
            <a:ext cx="640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000000"/>
                </a:solidFill>
                <a:latin typeface="Segoe UI Emoji" pitchFamily="34" charset="0"/>
                <a:ea typeface="Segoe UI Emoji" pitchFamily="34" charset="-122"/>
                <a:cs typeface="Segoe UI Emoji" pitchFamily="34" charset="-120"/>
              </a:rPr>
              <a:t>📋</a:t>
            </a:r>
            <a:endParaRPr lang="en-US" sz="1900" dirty="0"/>
          </a:p>
        </p:txBody>
      </p:sp>
      <p:sp>
        <p:nvSpPr>
          <p:cNvPr id="20" name="s08_anim004"/>
          <p:cNvSpPr txBox="1"/>
          <p:nvPr/>
        </p:nvSpPr>
        <p:spPr>
          <a:xfrm>
            <a:off x="8436712" y="3108960"/>
            <a:ext cx="27066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5181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 parameters</a:t>
            </a:r>
            <a:endParaRPr lang="en-US" sz="1700" dirty="0"/>
          </a:p>
        </p:txBody>
      </p:sp>
      <p:sp>
        <p:nvSpPr>
          <p:cNvPr id="21" name="s08_anim004"/>
          <p:cNvSpPr txBox="1"/>
          <p:nvPr/>
        </p:nvSpPr>
        <p:spPr>
          <a:xfrm>
            <a:off x="8436712" y="3493008"/>
            <a:ext cx="270662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8A93A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Ten datasets meant ten copy-pasted methods.</a:t>
            </a:r>
            <a:endParaRPr lang="en-US" sz="1150" dirty="0"/>
          </a:p>
        </p:txBody>
      </p:sp>
      <p:sp>
        <p:nvSpPr>
          <p:cNvPr id="22" name="s08_anim005"/>
          <p:cNvSpPr txBox="1"/>
          <p:nvPr/>
        </p:nvSpPr>
        <p:spPr>
          <a:xfrm>
            <a:off x="731520" y="4663440"/>
            <a:ext cx="107259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8A93A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JUnit 3 was built for isolated unit tests. Integration tests are not isolated.</a:t>
            </a:r>
            <a:endParaRPr lang="en-US" sz="1150" dirty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9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101" presetID="10" presetClass="entr" presetSubtype="0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0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03" dur="50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4" presetID="10" presetClass="entr" presetSubtype="0" fill="hold" grpId="0" nodeType="withEffect">
                            <p:stCondLst>
                              <p:cond delay="220"/>
                            </p:stCondLst>
                            <p:childTnLst>
                              <p:set>
                                <p:cBhvr>
                                  <p:cTn id="10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06" dur="50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7" presetID="10" presetClass="entr" presetSubtype="0" fill="hold" grpId="0" nodeType="withEffect">
                            <p:stCondLst>
                              <p:cond delay="220"/>
                            </p:stCondLst>
                            <p:childTnLst>
                              <p:set>
                                <p:cBhvr>
                                  <p:cTn id="10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09" dur="50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0" presetID="10" presetClass="entr" presetSubtype="0" fill="hold" grpId="0" nodeType="withEffect">
                            <p:stCondLst>
                              <p:cond delay="220"/>
                            </p:stCondLst>
                            <p:childTnLst>
                              <p:set>
                                <p:cBhvr>
                                  <p:cTn id="1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12" dur="50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3" presetID="10" presetClass="entr" presetSubtype="0" fill="hold" grpId="0" nodeType="withEffect">
                            <p:stCondLst>
                              <p:cond delay="220"/>
                            </p:stCondLst>
                            <p:childTnLst>
                              <p:set>
                                <p:cBhvr>
                                  <p:cTn id="1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15" dur="50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6" presetID="10" presetClass="entr" presetSubtype="0" fill="hold" grpId="0" nodeType="withEffect">
                            <p:stCondLst>
                              <p:cond delay="440"/>
                            </p:stCondLst>
                            <p:childTnLst>
                              <p:set>
                                <p:cBhvr>
                                  <p:cTn id="1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18" dur="50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9" presetID="10" presetClass="entr" presetSubtype="0" fill="hold" grpId="0" nodeType="withEffect">
                            <p:stCondLst>
                              <p:cond delay="440"/>
                            </p:stCondLst>
                            <p:childTnLst>
                              <p:set>
                                <p:cBhvr>
                                  <p:cTn id="1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21" dur="50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2" presetID="10" presetClass="entr" presetSubtype="0" fill="hold" grpId="0" nodeType="withEffect">
                            <p:stCondLst>
                              <p:cond delay="440"/>
                            </p:stCondLst>
                            <p:childTnLst>
                              <p:set>
                                <p:cBhvr>
                                  <p:cTn id="1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24" dur="50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5" presetID="10" presetClass="entr" presetSubtype="0" fill="hold" grpId="0" nodeType="withEffect">
                            <p:stCondLst>
                              <p:cond delay="440"/>
                            </p:stCondLst>
                            <p:childTnLst>
                              <p:set>
                                <p:cBhvr>
                                  <p:cTn id="1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27" dur="50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8" presetID="10" presetClass="entr" presetSubtype="0" fill="hold" grpId="0" nodeType="withEffect">
                            <p:stCondLst>
                              <p:cond delay="660"/>
                            </p:stCondLst>
                            <p:childTnLst>
                              <p:set>
                                <p:cBhvr>
                                  <p:cTn id="1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30" dur="50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1" presetID="10" presetClass="entr" presetSubtype="0" fill="hold" grpId="0" nodeType="withEffect">
                            <p:stCondLst>
                              <p:cond delay="660"/>
                            </p:stCondLst>
                            <p:childTnLst>
                              <p:set>
                                <p:cBhvr>
                                  <p:cTn id="1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33" dur="500"/>
                                  <p:tgtEl>
                                    <p:spTgt spid="1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4" presetID="10" presetClass="entr" presetSubtype="0" fill="hold" grpId="0" nodeType="withEffect">
                            <p:stCondLst>
                              <p:cond delay="660"/>
                            </p:stCondLst>
                            <p:childTnLst>
                              <p:set>
                                <p:cBhvr>
                                  <p:cTn id="13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36" dur="500"/>
                                  <p:tgtEl>
                                    <p:spTgt spid="2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7" presetID="10" presetClass="entr" presetSubtype="0" fill="hold" grpId="0" nodeType="withEffect">
                            <p:stCondLst>
                              <p:cond delay="660"/>
                            </p:stCondLst>
                            <p:childTnLst>
                              <p:set>
                                <p:cBhvr>
                                  <p:cTn id="13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39" dur="500"/>
                                  <p:tgtEl>
                                    <p:spTgt spid="2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0" presetID="10" presetClass="entr" presetSubtype="0" fill="hold" grpId="0" nodeType="withEffect">
                            <p:stCondLst>
                              <p:cond delay="880"/>
                            </p:stCondLst>
                            <p:childTnLst>
                              <p:set>
                                <p:cBhvr>
                                  <p:cTn id="14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42" dur="500"/>
                                  <p:tgtEl>
                                    <p:spTgt spid="22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/>
      <p:bldP spid="10" grpId="0"/>
      <p:bldP spid="11" grpId="0"/>
      <p:bldP spid="12" grpId="0"/>
      <p:bldP spid="13" grpId="0"/>
      <p:bldP spid="14" grpId="0"/>
      <p:bldP spid="15" grpId="0"/>
      <p:bldP spid="16" grpId="0"/>
      <p:bldP spid="17" grpId="0"/>
      <p:bldP spid="18" grpId="0"/>
      <p:bldP spid="19" grpId="0"/>
      <p:bldP spid="20" grpId="0"/>
      <p:bldP spid="21" grpId="0"/>
      <p:bldP spid="22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417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09_anim001"/>
          <p:cNvSpPr txBox="1"/>
          <p:nvPr/>
        </p:nvSpPr>
        <p:spPr>
          <a:xfrm>
            <a:off x="731520" y="1417320"/>
            <a:ext cx="10725912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800" b="1" spc="400" kern="0" dirty="0">
                <a:solidFill>
                  <a:srgbClr val="0F76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II</a:t>
            </a:r>
            <a:endParaRPr lang="en-US" sz="12800" dirty="0"/>
          </a:p>
        </p:txBody>
      </p:sp>
      <p:sp>
        <p:nvSpPr>
          <p:cNvPr id="3" name="s09_anim002"/>
          <p:cNvSpPr txBox="1"/>
          <p:nvPr/>
        </p:nvSpPr>
        <p:spPr>
          <a:xfrm>
            <a:off x="731520" y="3611880"/>
            <a:ext cx="1072591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Pros  ·  Cons  ·  Highlight</a:t>
            </a:r>
            <a:endParaRPr lang="en-US" sz="4000" dirty="0"/>
          </a:p>
        </p:txBody>
      </p:sp>
      <p:sp>
        <p:nvSpPr>
          <p:cNvPr id="4" name="s09_anim003"/>
          <p:cNvSpPr/>
          <p:nvPr/>
        </p:nvSpPr>
        <p:spPr>
          <a:xfrm>
            <a:off x="5733288" y="4754880"/>
            <a:ext cx="731520" cy="64008"/>
          </a:xfrm>
          <a:prstGeom prst="roundRect">
            <a:avLst>
              <a:gd name="adj" fmla="val 50000"/>
            </a:avLst>
          </a:prstGeom>
          <a:solidFill>
            <a:srgbClr val="3FA9A0"/>
          </a:solidFill>
          <a:ln/>
        </p:spPr>
      </p:sp>
      <p:sp>
        <p:nvSpPr>
          <p:cNvPr id="5" name="rail0"/>
          <p:cNvSpPr/>
          <p:nvPr/>
        </p:nvSpPr>
        <p:spPr>
          <a:xfrm>
            <a:off x="685800" y="6236208"/>
            <a:ext cx="402336" cy="64008"/>
          </a:xfrm>
          <a:prstGeom prst="roundRect">
            <a:avLst>
              <a:gd name="adj" fmla="val 50000"/>
            </a:avLst>
          </a:prstGeom>
          <a:solidFill>
            <a:srgbClr val="3A3F47"/>
          </a:solidFill>
          <a:ln/>
        </p:spPr>
      </p:sp>
      <p:sp>
        <p:nvSpPr>
          <p:cNvPr id="6" name="rail1"/>
          <p:cNvSpPr/>
          <p:nvPr/>
        </p:nvSpPr>
        <p:spPr>
          <a:xfrm>
            <a:off x="1197864" y="6236208"/>
            <a:ext cx="402336" cy="64008"/>
          </a:xfrm>
          <a:prstGeom prst="roundRect">
            <a:avLst>
              <a:gd name="adj" fmla="val 50000"/>
            </a:avLst>
          </a:prstGeom>
          <a:solidFill>
            <a:srgbClr val="3FA9A0"/>
          </a:solidFill>
          <a:ln/>
        </p:spPr>
      </p:sp>
      <p:sp>
        <p:nvSpPr>
          <p:cNvPr id="7" name="rail2"/>
          <p:cNvSpPr/>
          <p:nvPr/>
        </p:nvSpPr>
        <p:spPr>
          <a:xfrm>
            <a:off x="1709928" y="6236208"/>
            <a:ext cx="402336" cy="64008"/>
          </a:xfrm>
          <a:prstGeom prst="roundRect">
            <a:avLst>
              <a:gd name="adj" fmla="val 50000"/>
            </a:avLst>
          </a:prstGeom>
          <a:solidFill>
            <a:srgbClr val="3A3F47"/>
          </a:solidFill>
          <a:ln/>
        </p:spPr>
      </p:sp>
    </p:spTree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101" presetID="10" presetClass="entr" presetSubtype="0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0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03" dur="500"/>
                                  <p:tgtEl>
                                    <p:spTgt spid="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4" presetID="10" presetClass="entr" presetSubtype="0" fill="hold" grpId="0" nodeType="withEffect">
                            <p:stCondLst>
                              <p:cond delay="220"/>
                            </p:stCondLst>
                            <p:childTnLst>
                              <p:set>
                                <p:cBhvr>
                                  <p:cTn id="10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06" dur="50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7" presetID="10" presetClass="entr" presetSubtype="0" fill="hold" grpId="0" nodeType="withEffect">
                            <p:stCondLst>
                              <p:cond delay="440"/>
                            </p:stCondLst>
                            <p:childTnLst>
                              <p:set>
                                <p:cBhvr>
                                  <p:cTn id="10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09" dur="50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/>
      <p:bldP spid="4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hromeDot"/>
          <p:cNvSpPr/>
          <p:nvPr/>
        </p:nvSpPr>
        <p:spPr>
          <a:xfrm>
            <a:off x="685800" y="438912"/>
            <a:ext cx="329184" cy="329184"/>
          </a:xfrm>
          <a:prstGeom prst="ellipse">
            <a:avLst/>
          </a:prstGeom>
          <a:solidFill>
            <a:srgbClr val="0F766E"/>
          </a:solidFill>
          <a:ln/>
        </p:spPr>
      </p:sp>
      <p:sp>
        <p:nvSpPr>
          <p:cNvPr id="3" name="chromeNum"/>
          <p:cNvSpPr txBox="1"/>
          <p:nvPr/>
        </p:nvSpPr>
        <p:spPr>
          <a:xfrm>
            <a:off x="685800" y="43891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II</a:t>
            </a:r>
            <a:endParaRPr lang="en-US" sz="1200" dirty="0"/>
          </a:p>
        </p:txBody>
      </p:sp>
      <p:sp>
        <p:nvSpPr>
          <p:cNvPr id="4" name="chromeLabel"/>
          <p:cNvSpPr txBox="1"/>
          <p:nvPr/>
        </p:nvSpPr>
        <p:spPr>
          <a:xfrm>
            <a:off x="1115568" y="438912"/>
            <a:ext cx="5486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60" kern="0" dirty="0">
                <a:solidFill>
                  <a:srgbClr val="0F76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PROS</a:t>
            </a:r>
            <a:endParaRPr lang="en-US" sz="1050" dirty="0"/>
          </a:p>
        </p:txBody>
      </p:sp>
      <p:sp>
        <p:nvSpPr>
          <p:cNvPr id="5" name="rail0"/>
          <p:cNvSpPr/>
          <p:nvPr/>
        </p:nvSpPr>
        <p:spPr>
          <a:xfrm>
            <a:off x="685800" y="6236208"/>
            <a:ext cx="402336" cy="64008"/>
          </a:xfrm>
          <a:prstGeom prst="roundRect">
            <a:avLst>
              <a:gd name="adj" fmla="val 50000"/>
            </a:avLst>
          </a:prstGeom>
          <a:solidFill>
            <a:srgbClr val="DCDEE3"/>
          </a:solidFill>
          <a:ln/>
        </p:spPr>
      </p:sp>
      <p:sp>
        <p:nvSpPr>
          <p:cNvPr id="6" name="rail1"/>
          <p:cNvSpPr/>
          <p:nvPr/>
        </p:nvSpPr>
        <p:spPr>
          <a:xfrm>
            <a:off x="1197864" y="6236208"/>
            <a:ext cx="402336" cy="64008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/>
        </p:spPr>
      </p:sp>
      <p:sp>
        <p:nvSpPr>
          <p:cNvPr id="7" name="rail2"/>
          <p:cNvSpPr/>
          <p:nvPr/>
        </p:nvSpPr>
        <p:spPr>
          <a:xfrm>
            <a:off x="1709928" y="6236208"/>
            <a:ext cx="402336" cy="64008"/>
          </a:xfrm>
          <a:prstGeom prst="roundRect">
            <a:avLst>
              <a:gd name="adj" fmla="val 50000"/>
            </a:avLst>
          </a:prstGeom>
          <a:solidFill>
            <a:srgbClr val="DCDEE3"/>
          </a:solidFill>
          <a:ln/>
        </p:spPr>
      </p:sp>
      <p:sp>
        <p:nvSpPr>
          <p:cNvPr id="8" name="chromePage"/>
          <p:cNvSpPr txBox="1"/>
          <p:nvPr/>
        </p:nvSpPr>
        <p:spPr>
          <a:xfrm>
            <a:off x="10241280" y="6089904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120" kern="0" dirty="0">
                <a:solidFill>
                  <a:srgbClr val="3C445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pPr algn="r" indent="0" marL="0">
              <a:buNone/>
            </a:pPr>
            <a:r>
              <a:rPr lang="en-US" sz="1050" spc="120" kern="0" dirty="0">
                <a:solidFill>
                  <a:srgbClr val="B6BDC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/ 22</a:t>
            </a:r>
            <a:endParaRPr lang="en-US" sz="1050" dirty="0"/>
          </a:p>
        </p:txBody>
      </p:sp>
      <p:sp>
        <p:nvSpPr>
          <p:cNvPr id="9" name="s10_anim001"/>
          <p:cNvSpPr txBox="1"/>
          <p:nvPr/>
        </p:nvSpPr>
        <p:spPr>
          <a:xfrm>
            <a:off x="731520" y="1078992"/>
            <a:ext cx="1072591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15181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Four things you get</a:t>
            </a:r>
            <a:endParaRPr lang="en-US" sz="3400" dirty="0"/>
          </a:p>
        </p:txBody>
      </p:sp>
      <p:sp>
        <p:nvSpPr>
          <p:cNvPr id="10" name="s10_anim002"/>
          <p:cNvSpPr/>
          <p:nvPr/>
        </p:nvSpPr>
        <p:spPr>
          <a:xfrm>
            <a:off x="572872" y="2377440"/>
            <a:ext cx="2514600" cy="1874520"/>
          </a:xfrm>
          <a:prstGeom prst="roundRect">
            <a:avLst>
              <a:gd name="adj" fmla="val 6341"/>
            </a:avLst>
          </a:prstGeom>
          <a:solidFill>
            <a:srgbClr val="EFF8F7"/>
          </a:solidFill>
          <a:ln w="12700">
            <a:solidFill>
              <a:srgbClr val="3FA9A0"/>
            </a:solidFill>
            <a:prstDash val="solid"/>
          </a:ln>
          <a:effectLst>
            <a:outerShdw sx="100000" sy="100000" kx="0" ky="0" algn="bl" rotWithShape="0" blurRad="177800" dist="38100" dir="5400000">
              <a:srgbClr val="101C28">
                <a:alpha val="9000"/>
              </a:srgbClr>
            </a:outerShdw>
          </a:effectLst>
        </p:spPr>
      </p:sp>
      <p:sp>
        <p:nvSpPr>
          <p:cNvPr id="11" name="s10_anim002"/>
          <p:cNvSpPr txBox="1"/>
          <p:nvPr/>
        </p:nvSpPr>
        <p:spPr>
          <a:xfrm>
            <a:off x="865480" y="2651760"/>
            <a:ext cx="640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000000"/>
                </a:solidFill>
                <a:latin typeface="Segoe UI Emoji" pitchFamily="34" charset="0"/>
                <a:ea typeface="Segoe UI Emoji" pitchFamily="34" charset="-122"/>
                <a:cs typeface="Segoe UI Emoji" pitchFamily="34" charset="-120"/>
              </a:rPr>
              <a:t>🧭</a:t>
            </a:r>
            <a:endParaRPr lang="en-US" sz="1900" dirty="0"/>
          </a:p>
        </p:txBody>
      </p:sp>
      <p:sp>
        <p:nvSpPr>
          <p:cNvPr id="12" name="s10_anim002"/>
          <p:cNvSpPr txBox="1"/>
          <p:nvPr/>
        </p:nvSpPr>
        <p:spPr>
          <a:xfrm>
            <a:off x="865480" y="3200400"/>
            <a:ext cx="192938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F76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Order</a:t>
            </a:r>
            <a:endParaRPr lang="en-US" sz="1900" dirty="0"/>
          </a:p>
        </p:txBody>
      </p:sp>
      <p:sp>
        <p:nvSpPr>
          <p:cNvPr id="13" name="s10_anim002"/>
          <p:cNvSpPr txBox="1"/>
          <p:nvPr/>
        </p:nvSpPr>
        <p:spPr>
          <a:xfrm>
            <a:off x="865480" y="3584448"/>
            <a:ext cx="192938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8A93A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Lifecycle · priority · dependsOn</a:t>
            </a:r>
            <a:endParaRPr lang="en-US" sz="1150" dirty="0"/>
          </a:p>
        </p:txBody>
      </p:sp>
      <p:sp>
        <p:nvSpPr>
          <p:cNvPr id="14" name="s10_anim003"/>
          <p:cNvSpPr/>
          <p:nvPr/>
        </p:nvSpPr>
        <p:spPr>
          <a:xfrm>
            <a:off x="3416656" y="2377440"/>
            <a:ext cx="2514600" cy="1874520"/>
          </a:xfrm>
          <a:prstGeom prst="roundRect">
            <a:avLst>
              <a:gd name="adj" fmla="val 6341"/>
            </a:avLst>
          </a:prstGeom>
          <a:solidFill>
            <a:srgbClr val="EFF8F7"/>
          </a:solidFill>
          <a:ln w="12700">
            <a:solidFill>
              <a:srgbClr val="3FA9A0"/>
            </a:solidFill>
            <a:prstDash val="solid"/>
          </a:ln>
          <a:effectLst>
            <a:outerShdw sx="100000" sy="100000" kx="0" ky="0" algn="bl" rotWithShape="0" blurRad="177800" dist="38100" dir="5400000">
              <a:srgbClr val="101C28">
                <a:alpha val="9000"/>
              </a:srgbClr>
            </a:outerShdw>
          </a:effectLst>
        </p:spPr>
      </p:sp>
      <p:sp>
        <p:nvSpPr>
          <p:cNvPr id="15" name="s10_anim003"/>
          <p:cNvSpPr txBox="1"/>
          <p:nvPr/>
        </p:nvSpPr>
        <p:spPr>
          <a:xfrm>
            <a:off x="3709264" y="2651760"/>
            <a:ext cx="640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000000"/>
                </a:solidFill>
                <a:latin typeface="Segoe UI Emoji" pitchFamily="34" charset="0"/>
                <a:ea typeface="Segoe UI Emoji" pitchFamily="34" charset="-122"/>
                <a:cs typeface="Segoe UI Emoji" pitchFamily="34" charset="-120"/>
              </a:rPr>
              <a:t>🗂️</a:t>
            </a:r>
            <a:endParaRPr lang="en-US" sz="1900" dirty="0"/>
          </a:p>
        </p:txBody>
      </p:sp>
      <p:sp>
        <p:nvSpPr>
          <p:cNvPr id="16" name="s10_anim003"/>
          <p:cNvSpPr txBox="1"/>
          <p:nvPr/>
        </p:nvSpPr>
        <p:spPr>
          <a:xfrm>
            <a:off x="3709264" y="3200400"/>
            <a:ext cx="192938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F76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Data</a:t>
            </a:r>
            <a:endParaRPr lang="en-US" sz="1900" dirty="0"/>
          </a:p>
        </p:txBody>
      </p:sp>
      <p:sp>
        <p:nvSpPr>
          <p:cNvPr id="17" name="s10_anim003"/>
          <p:cNvSpPr txBox="1"/>
          <p:nvPr/>
        </p:nvSpPr>
        <p:spPr>
          <a:xfrm>
            <a:off x="3709264" y="3584448"/>
            <a:ext cx="192938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8A93A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@DataProvider · @Factory</a:t>
            </a:r>
            <a:endParaRPr lang="en-US" sz="1150" dirty="0"/>
          </a:p>
        </p:txBody>
      </p:sp>
      <p:sp>
        <p:nvSpPr>
          <p:cNvPr id="18" name="s10_anim004"/>
          <p:cNvSpPr/>
          <p:nvPr/>
        </p:nvSpPr>
        <p:spPr>
          <a:xfrm>
            <a:off x="6260440" y="2377440"/>
            <a:ext cx="2514600" cy="1874520"/>
          </a:xfrm>
          <a:prstGeom prst="roundRect">
            <a:avLst>
              <a:gd name="adj" fmla="val 6341"/>
            </a:avLst>
          </a:prstGeom>
          <a:solidFill>
            <a:srgbClr val="EFF8F7"/>
          </a:solidFill>
          <a:ln w="12700">
            <a:solidFill>
              <a:srgbClr val="3FA9A0"/>
            </a:solidFill>
            <a:prstDash val="solid"/>
          </a:ln>
          <a:effectLst>
            <a:outerShdw sx="100000" sy="100000" kx="0" ky="0" algn="bl" rotWithShape="0" blurRad="177800" dist="38100" dir="5400000">
              <a:srgbClr val="101C28">
                <a:alpha val="9000"/>
              </a:srgbClr>
            </a:outerShdw>
          </a:effectLst>
        </p:spPr>
      </p:sp>
      <p:sp>
        <p:nvSpPr>
          <p:cNvPr id="19" name="s10_anim004"/>
          <p:cNvSpPr txBox="1"/>
          <p:nvPr/>
        </p:nvSpPr>
        <p:spPr>
          <a:xfrm>
            <a:off x="6553048" y="2651760"/>
            <a:ext cx="640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000000"/>
                </a:solidFill>
                <a:latin typeface="Segoe UI Emoji" pitchFamily="34" charset="0"/>
                <a:ea typeface="Segoe UI Emoji" pitchFamily="34" charset="-122"/>
                <a:cs typeface="Segoe UI Emoji" pitchFamily="34" charset="-120"/>
              </a:rPr>
              <a:t>⚡</a:t>
            </a:r>
            <a:endParaRPr lang="en-US" sz="1900" dirty="0"/>
          </a:p>
        </p:txBody>
      </p:sp>
      <p:sp>
        <p:nvSpPr>
          <p:cNvPr id="20" name="s10_anim004"/>
          <p:cNvSpPr txBox="1"/>
          <p:nvPr/>
        </p:nvSpPr>
        <p:spPr>
          <a:xfrm>
            <a:off x="6553048" y="3200400"/>
            <a:ext cx="192938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F76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Speed</a:t>
            </a:r>
            <a:endParaRPr lang="en-US" sz="1900" dirty="0"/>
          </a:p>
        </p:txBody>
      </p:sp>
      <p:sp>
        <p:nvSpPr>
          <p:cNvPr id="21" name="s10_anim004"/>
          <p:cNvSpPr txBox="1"/>
          <p:nvPr/>
        </p:nvSpPr>
        <p:spPr>
          <a:xfrm>
            <a:off x="6553048" y="3584448"/>
            <a:ext cx="192938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8A93A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Native parallel execution</a:t>
            </a:r>
            <a:endParaRPr lang="en-US" sz="1150" dirty="0"/>
          </a:p>
        </p:txBody>
      </p:sp>
      <p:sp>
        <p:nvSpPr>
          <p:cNvPr id="22" name="s10_anim005"/>
          <p:cNvSpPr/>
          <p:nvPr/>
        </p:nvSpPr>
        <p:spPr>
          <a:xfrm>
            <a:off x="9104224" y="2377440"/>
            <a:ext cx="2514600" cy="1874520"/>
          </a:xfrm>
          <a:prstGeom prst="roundRect">
            <a:avLst>
              <a:gd name="adj" fmla="val 6341"/>
            </a:avLst>
          </a:prstGeom>
          <a:solidFill>
            <a:srgbClr val="EFF8F7"/>
          </a:solidFill>
          <a:ln w="12700">
            <a:solidFill>
              <a:srgbClr val="3FA9A0"/>
            </a:solidFill>
            <a:prstDash val="solid"/>
          </a:ln>
          <a:effectLst>
            <a:outerShdw sx="100000" sy="100000" kx="0" ky="0" algn="bl" rotWithShape="0" blurRad="177800" dist="38100" dir="5400000">
              <a:srgbClr val="101C28">
                <a:alpha val="9000"/>
              </a:srgbClr>
            </a:outerShdw>
          </a:effectLst>
        </p:spPr>
      </p:sp>
      <p:sp>
        <p:nvSpPr>
          <p:cNvPr id="23" name="s10_anim005"/>
          <p:cNvSpPr txBox="1"/>
          <p:nvPr/>
        </p:nvSpPr>
        <p:spPr>
          <a:xfrm>
            <a:off x="9396832" y="2651760"/>
            <a:ext cx="640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000000"/>
                </a:solidFill>
                <a:latin typeface="Segoe UI Emoji" pitchFamily="34" charset="0"/>
                <a:ea typeface="Segoe UI Emoji" pitchFamily="34" charset="-122"/>
                <a:cs typeface="Segoe UI Emoji" pitchFamily="34" charset="-120"/>
              </a:rPr>
              <a:t>🎛️</a:t>
            </a:r>
            <a:endParaRPr lang="en-US" sz="1900" dirty="0"/>
          </a:p>
        </p:txBody>
      </p:sp>
      <p:sp>
        <p:nvSpPr>
          <p:cNvPr id="24" name="s10_anim005"/>
          <p:cNvSpPr txBox="1"/>
          <p:nvPr/>
        </p:nvSpPr>
        <p:spPr>
          <a:xfrm>
            <a:off x="9396832" y="3200400"/>
            <a:ext cx="192938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F76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Control</a:t>
            </a:r>
            <a:endParaRPr lang="en-US" sz="1900" dirty="0"/>
          </a:p>
        </p:txBody>
      </p:sp>
      <p:sp>
        <p:nvSpPr>
          <p:cNvPr id="25" name="s10_anim005"/>
          <p:cNvSpPr txBox="1"/>
          <p:nvPr/>
        </p:nvSpPr>
        <p:spPr>
          <a:xfrm>
            <a:off x="9396832" y="3584448"/>
            <a:ext cx="192938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8A93A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testng.xml · listeners · CI</a:t>
            </a:r>
            <a:endParaRPr lang="en-US" sz="1150" dirty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9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101" presetID="10" presetClass="entr" presetSubtype="0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0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03" dur="50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4" presetID="10" presetClass="entr" presetSubtype="0" fill="hold" grpId="0" nodeType="withEffect">
                            <p:stCondLst>
                              <p:cond delay="220"/>
                            </p:stCondLst>
                            <p:childTnLst>
                              <p:set>
                                <p:cBhvr>
                                  <p:cTn id="10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06" dur="50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7" presetID="10" presetClass="entr" presetSubtype="0" fill="hold" grpId="0" nodeType="withEffect">
                            <p:stCondLst>
                              <p:cond delay="220"/>
                            </p:stCondLst>
                            <p:childTnLst>
                              <p:set>
                                <p:cBhvr>
                                  <p:cTn id="10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09" dur="50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0" presetID="10" presetClass="entr" presetSubtype="0" fill="hold" grpId="0" nodeType="withEffect">
                            <p:stCondLst>
                              <p:cond delay="220"/>
                            </p:stCondLst>
                            <p:childTnLst>
                              <p:set>
                                <p:cBhvr>
                                  <p:cTn id="1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12" dur="50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3" presetID="10" presetClass="entr" presetSubtype="0" fill="hold" grpId="0" nodeType="withEffect">
                            <p:stCondLst>
                              <p:cond delay="220"/>
                            </p:stCondLst>
                            <p:childTnLst>
                              <p:set>
                                <p:cBhvr>
                                  <p:cTn id="1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15" dur="50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6" presetID="10" presetClass="entr" presetSubtype="0" fill="hold" grpId="0" nodeType="withEffect">
                            <p:stCondLst>
                              <p:cond delay="440"/>
                            </p:stCondLst>
                            <p:childTnLst>
                              <p:set>
                                <p:cBhvr>
                                  <p:cTn id="1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18" dur="50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9" presetID="10" presetClass="entr" presetSubtype="0" fill="hold" grpId="0" nodeType="withEffect">
                            <p:stCondLst>
                              <p:cond delay="440"/>
                            </p:stCondLst>
                            <p:childTnLst>
                              <p:set>
                                <p:cBhvr>
                                  <p:cTn id="1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21" dur="50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2" presetID="10" presetClass="entr" presetSubtype="0" fill="hold" grpId="0" nodeType="withEffect">
                            <p:stCondLst>
                              <p:cond delay="440"/>
                            </p:stCondLst>
                            <p:childTnLst>
                              <p:set>
                                <p:cBhvr>
                                  <p:cTn id="1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24" dur="50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5" presetID="10" presetClass="entr" presetSubtype="0" fill="hold" grpId="0" nodeType="withEffect">
                            <p:stCondLst>
                              <p:cond delay="440"/>
                            </p:stCondLst>
                            <p:childTnLst>
                              <p:set>
                                <p:cBhvr>
                                  <p:cTn id="1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27" dur="50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8" presetID="10" presetClass="entr" presetSubtype="0" fill="hold" grpId="0" nodeType="withEffect">
                            <p:stCondLst>
                              <p:cond delay="660"/>
                            </p:stCondLst>
                            <p:childTnLst>
                              <p:set>
                                <p:cBhvr>
                                  <p:cTn id="1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30" dur="50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1" presetID="10" presetClass="entr" presetSubtype="0" fill="hold" grpId="0" nodeType="withEffect">
                            <p:stCondLst>
                              <p:cond delay="660"/>
                            </p:stCondLst>
                            <p:childTnLst>
                              <p:set>
                                <p:cBhvr>
                                  <p:cTn id="1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33" dur="500"/>
                                  <p:tgtEl>
                                    <p:spTgt spid="1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4" presetID="10" presetClass="entr" presetSubtype="0" fill="hold" grpId="0" nodeType="withEffect">
                            <p:stCondLst>
                              <p:cond delay="660"/>
                            </p:stCondLst>
                            <p:childTnLst>
                              <p:set>
                                <p:cBhvr>
                                  <p:cTn id="13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36" dur="500"/>
                                  <p:tgtEl>
                                    <p:spTgt spid="2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7" presetID="10" presetClass="entr" presetSubtype="0" fill="hold" grpId="0" nodeType="withEffect">
                            <p:stCondLst>
                              <p:cond delay="660"/>
                            </p:stCondLst>
                            <p:childTnLst>
                              <p:set>
                                <p:cBhvr>
                                  <p:cTn id="13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39" dur="500"/>
                                  <p:tgtEl>
                                    <p:spTgt spid="2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0" presetID="10" presetClass="entr" presetSubtype="0" fill="hold" grpId="0" nodeType="withEffect">
                            <p:stCondLst>
                              <p:cond delay="880"/>
                            </p:stCondLst>
                            <p:childTnLst>
                              <p:set>
                                <p:cBhvr>
                                  <p:cTn id="14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42" dur="500"/>
                                  <p:tgtEl>
                                    <p:spTgt spid="2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3" presetID="10" presetClass="entr" presetSubtype="0" fill="hold" grpId="0" nodeType="withEffect">
                            <p:stCondLst>
                              <p:cond delay="880"/>
                            </p:stCondLst>
                            <p:childTnLst>
                              <p:set>
                                <p:cBhvr>
                                  <p:cTn id="14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45" dur="500"/>
                                  <p:tgtEl>
                                    <p:spTgt spid="2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6" presetID="10" presetClass="entr" presetSubtype="0" fill="hold" grpId="0" nodeType="withEffect">
                            <p:stCondLst>
                              <p:cond delay="880"/>
                            </p:stCondLst>
                            <p:childTnLst>
                              <p:set>
                                <p:cBhvr>
                                  <p:cTn id="14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48" dur="500"/>
                                  <p:tgtEl>
                                    <p:spTgt spid="2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9" presetID="10" presetClass="entr" presetSubtype="0" fill="hold" grpId="0" nodeType="withEffect">
                            <p:stCondLst>
                              <p:cond delay="880"/>
                            </p:stCondLst>
                            <p:childTnLst>
                              <p:set>
                                <p:cBhvr>
                                  <p:cTn id="15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51" dur="500"/>
                                  <p:tgtEl>
                                    <p:spTgt spid="25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/>
      <p:bldP spid="10" grpId="0"/>
      <p:bldP spid="11" grpId="0"/>
      <p:bldP spid="12" grpId="0"/>
      <p:bldP spid="13" grpId="0"/>
      <p:bldP spid="14" grpId="0"/>
      <p:bldP spid="15" grpId="0"/>
      <p:bldP spid="16" grpId="0"/>
      <p:bldP spid="17" grpId="0"/>
      <p:bldP spid="18" grpId="0"/>
      <p:bldP spid="19" grpId="0"/>
      <p:bldP spid="20" grpId="0"/>
      <p:bldP spid="21" grpId="0"/>
      <p:bldP spid="22" grpId="0"/>
      <p:bldP spid="23" grpId="0"/>
      <p:bldP spid="24" grpId="0"/>
      <p:bldP spid="25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hromeDot"/>
          <p:cNvSpPr/>
          <p:nvPr/>
        </p:nvSpPr>
        <p:spPr>
          <a:xfrm>
            <a:off x="685800" y="438912"/>
            <a:ext cx="329184" cy="329184"/>
          </a:xfrm>
          <a:prstGeom prst="ellipse">
            <a:avLst/>
          </a:prstGeom>
          <a:solidFill>
            <a:srgbClr val="0F766E"/>
          </a:solidFill>
          <a:ln/>
        </p:spPr>
      </p:sp>
      <p:sp>
        <p:nvSpPr>
          <p:cNvPr id="3" name="chromeNum"/>
          <p:cNvSpPr txBox="1"/>
          <p:nvPr/>
        </p:nvSpPr>
        <p:spPr>
          <a:xfrm>
            <a:off x="685800" y="43891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II</a:t>
            </a:r>
            <a:endParaRPr lang="en-US" sz="1200" dirty="0"/>
          </a:p>
        </p:txBody>
      </p:sp>
      <p:sp>
        <p:nvSpPr>
          <p:cNvPr id="4" name="chromeLabel"/>
          <p:cNvSpPr txBox="1"/>
          <p:nvPr/>
        </p:nvSpPr>
        <p:spPr>
          <a:xfrm>
            <a:off x="1115568" y="438912"/>
            <a:ext cx="5486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60" kern="0" dirty="0">
                <a:solidFill>
                  <a:srgbClr val="0F76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PROS · ORDER</a:t>
            </a:r>
            <a:endParaRPr lang="en-US" sz="1050" dirty="0"/>
          </a:p>
        </p:txBody>
      </p:sp>
      <p:sp>
        <p:nvSpPr>
          <p:cNvPr id="5" name="rail0"/>
          <p:cNvSpPr/>
          <p:nvPr/>
        </p:nvSpPr>
        <p:spPr>
          <a:xfrm>
            <a:off x="685800" y="6236208"/>
            <a:ext cx="402336" cy="64008"/>
          </a:xfrm>
          <a:prstGeom prst="roundRect">
            <a:avLst>
              <a:gd name="adj" fmla="val 50000"/>
            </a:avLst>
          </a:prstGeom>
          <a:solidFill>
            <a:srgbClr val="DCDEE3"/>
          </a:solidFill>
          <a:ln/>
        </p:spPr>
      </p:sp>
      <p:sp>
        <p:nvSpPr>
          <p:cNvPr id="6" name="rail1"/>
          <p:cNvSpPr/>
          <p:nvPr/>
        </p:nvSpPr>
        <p:spPr>
          <a:xfrm>
            <a:off x="1197864" y="6236208"/>
            <a:ext cx="402336" cy="64008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/>
        </p:spPr>
      </p:sp>
      <p:sp>
        <p:nvSpPr>
          <p:cNvPr id="7" name="rail2"/>
          <p:cNvSpPr/>
          <p:nvPr/>
        </p:nvSpPr>
        <p:spPr>
          <a:xfrm>
            <a:off x="1709928" y="6236208"/>
            <a:ext cx="402336" cy="64008"/>
          </a:xfrm>
          <a:prstGeom prst="roundRect">
            <a:avLst>
              <a:gd name="adj" fmla="val 50000"/>
            </a:avLst>
          </a:prstGeom>
          <a:solidFill>
            <a:srgbClr val="DCDEE3"/>
          </a:solidFill>
          <a:ln/>
        </p:spPr>
      </p:sp>
      <p:sp>
        <p:nvSpPr>
          <p:cNvPr id="8" name="chromePage"/>
          <p:cNvSpPr txBox="1"/>
          <p:nvPr/>
        </p:nvSpPr>
        <p:spPr>
          <a:xfrm>
            <a:off x="10241280" y="6089904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120" kern="0" dirty="0">
                <a:solidFill>
                  <a:srgbClr val="3C445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</a:t>
            </a:r>
            <a:pPr algn="r" indent="0" marL="0">
              <a:buNone/>
            </a:pPr>
            <a:r>
              <a:rPr lang="en-US" sz="1050" spc="120" kern="0" dirty="0">
                <a:solidFill>
                  <a:srgbClr val="B6BDC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/ 22</a:t>
            </a:r>
            <a:endParaRPr lang="en-US" sz="1050" dirty="0"/>
          </a:p>
        </p:txBody>
      </p:sp>
      <p:sp>
        <p:nvSpPr>
          <p:cNvPr id="9" name="s11_anim001"/>
          <p:cNvSpPr txBox="1"/>
          <p:nvPr/>
        </p:nvSpPr>
        <p:spPr>
          <a:xfrm>
            <a:off x="731520" y="1078992"/>
            <a:ext cx="1072591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15181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One real failure, </a:t>
            </a:r>
            <a:pPr algn="ctr" indent="0" marL="0">
              <a:buNone/>
            </a:pPr>
            <a:r>
              <a:rPr lang="en-US" sz="3400" b="1" dirty="0">
                <a:solidFill>
                  <a:srgbClr val="0F76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not three</a:t>
            </a:r>
            <a:endParaRPr lang="en-US" sz="3400" dirty="0"/>
          </a:p>
        </p:txBody>
      </p:sp>
      <p:sp>
        <p:nvSpPr>
          <p:cNvPr id="10" name="s11_anim002"/>
          <p:cNvSpPr txBox="1"/>
          <p:nvPr/>
        </p:nvSpPr>
        <p:spPr>
          <a:xfrm>
            <a:off x="822960" y="2066544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80" kern="0" dirty="0">
                <a:solidFill>
                  <a:srgbClr val="8A93A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WITHOUT DEPENDENCIES</a:t>
            </a:r>
            <a:endParaRPr lang="en-US" sz="1050" dirty="0"/>
          </a:p>
        </p:txBody>
      </p:sp>
      <p:sp>
        <p:nvSpPr>
          <p:cNvPr id="11" name="s11_anim002"/>
          <p:cNvSpPr/>
          <p:nvPr/>
        </p:nvSpPr>
        <p:spPr>
          <a:xfrm>
            <a:off x="822960" y="2377440"/>
            <a:ext cx="2194560" cy="786384"/>
          </a:xfrm>
          <a:prstGeom prst="roundRect">
            <a:avLst>
              <a:gd name="adj" fmla="val 13953"/>
            </a:avLst>
          </a:prstGeom>
          <a:solidFill>
            <a:srgbClr val="FEF2F2"/>
          </a:solidFill>
          <a:ln w="12700">
            <a:solidFill>
              <a:srgbClr val="E8A8A8"/>
            </a:solidFill>
            <a:prstDash val="solid"/>
          </a:ln>
          <a:effectLst>
            <a:outerShdw sx="100000" sy="100000" kx="0" ky="0" algn="bl" rotWithShape="0" blurRad="177800" dist="38100" dir="5400000">
              <a:srgbClr val="101C28">
                <a:alpha val="9000"/>
              </a:srgbClr>
            </a:outerShdw>
          </a:effectLst>
        </p:spPr>
      </p:sp>
      <p:sp>
        <p:nvSpPr>
          <p:cNvPr id="12" name="s11_anim002"/>
          <p:cNvSpPr txBox="1"/>
          <p:nvPr/>
        </p:nvSpPr>
        <p:spPr>
          <a:xfrm>
            <a:off x="822960" y="2478024"/>
            <a:ext cx="2194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5181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login</a:t>
            </a:r>
            <a:endParaRPr lang="en-US" sz="1400" dirty="0"/>
          </a:p>
        </p:txBody>
      </p:sp>
      <p:sp>
        <p:nvSpPr>
          <p:cNvPr id="13" name="s11_anim002"/>
          <p:cNvSpPr txBox="1"/>
          <p:nvPr/>
        </p:nvSpPr>
        <p:spPr>
          <a:xfrm>
            <a:off x="822960" y="278892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80" kern="0" dirty="0">
                <a:solidFill>
                  <a:srgbClr val="B91C1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FAIL</a:t>
            </a:r>
            <a:endParaRPr lang="en-US" sz="1050" dirty="0"/>
          </a:p>
        </p:txBody>
      </p:sp>
      <p:sp>
        <p:nvSpPr>
          <p:cNvPr id="14" name="s11_anim002"/>
          <p:cNvSpPr/>
          <p:nvPr/>
        </p:nvSpPr>
        <p:spPr>
          <a:xfrm>
            <a:off x="3218688" y="2377440"/>
            <a:ext cx="2194560" cy="786384"/>
          </a:xfrm>
          <a:prstGeom prst="roundRect">
            <a:avLst>
              <a:gd name="adj" fmla="val 13953"/>
            </a:avLst>
          </a:prstGeom>
          <a:solidFill>
            <a:srgbClr val="FEF2F2"/>
          </a:solidFill>
          <a:ln w="12700">
            <a:solidFill>
              <a:srgbClr val="E8A8A8"/>
            </a:solidFill>
            <a:prstDash val="solid"/>
          </a:ln>
          <a:effectLst>
            <a:outerShdw sx="100000" sy="100000" kx="0" ky="0" algn="bl" rotWithShape="0" blurRad="177800" dist="38100" dir="5400000">
              <a:srgbClr val="101C28">
                <a:alpha val="9000"/>
              </a:srgbClr>
            </a:outerShdw>
          </a:effectLst>
        </p:spPr>
      </p:sp>
      <p:sp>
        <p:nvSpPr>
          <p:cNvPr id="15" name="s11_anim002"/>
          <p:cNvSpPr txBox="1"/>
          <p:nvPr/>
        </p:nvSpPr>
        <p:spPr>
          <a:xfrm>
            <a:off x="3218688" y="2478024"/>
            <a:ext cx="2194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5181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addToCart</a:t>
            </a:r>
            <a:endParaRPr lang="en-US" sz="1400" dirty="0"/>
          </a:p>
        </p:txBody>
      </p:sp>
      <p:sp>
        <p:nvSpPr>
          <p:cNvPr id="16" name="s11_anim002"/>
          <p:cNvSpPr txBox="1"/>
          <p:nvPr/>
        </p:nvSpPr>
        <p:spPr>
          <a:xfrm>
            <a:off x="3218688" y="278892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80" kern="0" dirty="0">
                <a:solidFill>
                  <a:srgbClr val="B91C1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FAIL</a:t>
            </a:r>
            <a:endParaRPr lang="en-US" sz="1050" dirty="0"/>
          </a:p>
        </p:txBody>
      </p:sp>
      <p:sp>
        <p:nvSpPr>
          <p:cNvPr id="17" name="s11_anim002"/>
          <p:cNvSpPr/>
          <p:nvPr/>
        </p:nvSpPr>
        <p:spPr>
          <a:xfrm>
            <a:off x="5614416" y="2377440"/>
            <a:ext cx="2194560" cy="786384"/>
          </a:xfrm>
          <a:prstGeom prst="roundRect">
            <a:avLst>
              <a:gd name="adj" fmla="val 13953"/>
            </a:avLst>
          </a:prstGeom>
          <a:solidFill>
            <a:srgbClr val="FEF2F2"/>
          </a:solidFill>
          <a:ln w="12700">
            <a:solidFill>
              <a:srgbClr val="E8A8A8"/>
            </a:solidFill>
            <a:prstDash val="solid"/>
          </a:ln>
          <a:effectLst>
            <a:outerShdw sx="100000" sy="100000" kx="0" ky="0" algn="bl" rotWithShape="0" blurRad="177800" dist="38100" dir="5400000">
              <a:srgbClr val="101C28">
                <a:alpha val="9000"/>
              </a:srgbClr>
            </a:outerShdw>
          </a:effectLst>
        </p:spPr>
      </p:sp>
      <p:sp>
        <p:nvSpPr>
          <p:cNvPr id="18" name="s11_anim002"/>
          <p:cNvSpPr txBox="1"/>
          <p:nvPr/>
        </p:nvSpPr>
        <p:spPr>
          <a:xfrm>
            <a:off x="5614416" y="2478024"/>
            <a:ext cx="2194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5181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checkout</a:t>
            </a:r>
            <a:endParaRPr lang="en-US" sz="1400" dirty="0"/>
          </a:p>
        </p:txBody>
      </p:sp>
      <p:sp>
        <p:nvSpPr>
          <p:cNvPr id="19" name="s11_anim002"/>
          <p:cNvSpPr txBox="1"/>
          <p:nvPr/>
        </p:nvSpPr>
        <p:spPr>
          <a:xfrm>
            <a:off x="5614416" y="278892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80" kern="0" dirty="0">
                <a:solidFill>
                  <a:srgbClr val="B91C1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FAIL</a:t>
            </a:r>
            <a:endParaRPr lang="en-US" sz="1050" dirty="0"/>
          </a:p>
        </p:txBody>
      </p:sp>
      <p:sp>
        <p:nvSpPr>
          <p:cNvPr id="20" name="s11_anim002"/>
          <p:cNvSpPr txBox="1"/>
          <p:nvPr/>
        </p:nvSpPr>
        <p:spPr>
          <a:xfrm>
            <a:off x="8138160" y="2377440"/>
            <a:ext cx="34747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91C1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 red reports  ·  1 cause</a:t>
            </a:r>
            <a:endParaRPr lang="en-US" sz="1500" dirty="0"/>
          </a:p>
        </p:txBody>
      </p:sp>
      <p:sp>
        <p:nvSpPr>
          <p:cNvPr id="21" name="s11_anim003"/>
          <p:cNvSpPr txBox="1"/>
          <p:nvPr/>
        </p:nvSpPr>
        <p:spPr>
          <a:xfrm>
            <a:off x="822960" y="3849624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80" kern="0" dirty="0">
                <a:solidFill>
                  <a:srgbClr val="0F76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dependsOnMethods</a:t>
            </a:r>
            <a:endParaRPr lang="en-US" sz="1050" dirty="0"/>
          </a:p>
        </p:txBody>
      </p:sp>
      <p:sp>
        <p:nvSpPr>
          <p:cNvPr id="22" name="s11_anim003"/>
          <p:cNvSpPr/>
          <p:nvPr/>
        </p:nvSpPr>
        <p:spPr>
          <a:xfrm>
            <a:off x="822960" y="4160520"/>
            <a:ext cx="2194560" cy="786384"/>
          </a:xfrm>
          <a:prstGeom prst="roundRect">
            <a:avLst>
              <a:gd name="adj" fmla="val 13953"/>
            </a:avLst>
          </a:prstGeom>
          <a:solidFill>
            <a:srgbClr val="FEF2F2"/>
          </a:solidFill>
          <a:ln w="12700">
            <a:solidFill>
              <a:srgbClr val="E8A8A8"/>
            </a:solidFill>
            <a:prstDash val="solid"/>
          </a:ln>
          <a:effectLst>
            <a:outerShdw sx="100000" sy="100000" kx="0" ky="0" algn="bl" rotWithShape="0" blurRad="177800" dist="38100" dir="5400000">
              <a:srgbClr val="101C28">
                <a:alpha val="9000"/>
              </a:srgbClr>
            </a:outerShdw>
          </a:effectLst>
        </p:spPr>
      </p:sp>
      <p:sp>
        <p:nvSpPr>
          <p:cNvPr id="23" name="s11_anim003"/>
          <p:cNvSpPr txBox="1"/>
          <p:nvPr/>
        </p:nvSpPr>
        <p:spPr>
          <a:xfrm>
            <a:off x="822960" y="4261104"/>
            <a:ext cx="2194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5181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login</a:t>
            </a:r>
            <a:endParaRPr lang="en-US" sz="1400" dirty="0"/>
          </a:p>
        </p:txBody>
      </p:sp>
      <p:sp>
        <p:nvSpPr>
          <p:cNvPr id="24" name="s11_anim003"/>
          <p:cNvSpPr txBox="1"/>
          <p:nvPr/>
        </p:nvSpPr>
        <p:spPr>
          <a:xfrm>
            <a:off x="822960" y="457200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80" kern="0" dirty="0">
                <a:solidFill>
                  <a:srgbClr val="B91C1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FAIL</a:t>
            </a:r>
            <a:endParaRPr lang="en-US" sz="1050" dirty="0"/>
          </a:p>
        </p:txBody>
      </p:sp>
      <p:sp>
        <p:nvSpPr>
          <p:cNvPr id="25" name="s11_anim003"/>
          <p:cNvSpPr/>
          <p:nvPr/>
        </p:nvSpPr>
        <p:spPr>
          <a:xfrm>
            <a:off x="3218688" y="4160520"/>
            <a:ext cx="2194560" cy="786384"/>
          </a:xfrm>
          <a:prstGeom prst="roundRect">
            <a:avLst>
              <a:gd name="adj" fmla="val 13953"/>
            </a:avLst>
          </a:prstGeom>
          <a:solidFill>
            <a:srgbClr val="F7F8FA"/>
          </a:solidFill>
          <a:ln w="12700">
            <a:solidFill>
              <a:srgbClr val="D8DCE2"/>
            </a:solidFill>
            <a:prstDash val="dash"/>
          </a:ln>
          <a:effectLst>
            <a:outerShdw sx="100000" sy="100000" kx="0" ky="0" algn="bl" rotWithShape="0" blurRad="177800" dist="38100" dir="5400000">
              <a:srgbClr val="101C28">
                <a:alpha val="9000"/>
              </a:srgbClr>
            </a:outerShdw>
          </a:effectLst>
        </p:spPr>
      </p:sp>
      <p:sp>
        <p:nvSpPr>
          <p:cNvPr id="26" name="s11_anim003"/>
          <p:cNvSpPr txBox="1"/>
          <p:nvPr/>
        </p:nvSpPr>
        <p:spPr>
          <a:xfrm>
            <a:off x="3218688" y="4261104"/>
            <a:ext cx="2194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8A93A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addToCart</a:t>
            </a:r>
            <a:endParaRPr lang="en-US" sz="1400" dirty="0"/>
          </a:p>
        </p:txBody>
      </p:sp>
      <p:sp>
        <p:nvSpPr>
          <p:cNvPr id="27" name="s11_anim003"/>
          <p:cNvSpPr txBox="1"/>
          <p:nvPr/>
        </p:nvSpPr>
        <p:spPr>
          <a:xfrm>
            <a:off x="3218688" y="457200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80" kern="0" dirty="0">
                <a:solidFill>
                  <a:srgbClr val="A6AD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SKIPPED</a:t>
            </a:r>
            <a:endParaRPr lang="en-US" sz="1050" dirty="0"/>
          </a:p>
        </p:txBody>
      </p:sp>
      <p:sp>
        <p:nvSpPr>
          <p:cNvPr id="28" name="s11_anim003"/>
          <p:cNvSpPr/>
          <p:nvPr/>
        </p:nvSpPr>
        <p:spPr>
          <a:xfrm>
            <a:off x="5614416" y="4160520"/>
            <a:ext cx="2194560" cy="786384"/>
          </a:xfrm>
          <a:prstGeom prst="roundRect">
            <a:avLst>
              <a:gd name="adj" fmla="val 13953"/>
            </a:avLst>
          </a:prstGeom>
          <a:solidFill>
            <a:srgbClr val="F7F8FA"/>
          </a:solidFill>
          <a:ln w="12700">
            <a:solidFill>
              <a:srgbClr val="D8DCE2"/>
            </a:solidFill>
            <a:prstDash val="dash"/>
          </a:ln>
          <a:effectLst>
            <a:outerShdw sx="100000" sy="100000" kx="0" ky="0" algn="bl" rotWithShape="0" blurRad="177800" dist="38100" dir="5400000">
              <a:srgbClr val="101C28">
                <a:alpha val="9000"/>
              </a:srgbClr>
            </a:outerShdw>
          </a:effectLst>
        </p:spPr>
      </p:sp>
      <p:sp>
        <p:nvSpPr>
          <p:cNvPr id="29" name="s11_anim003"/>
          <p:cNvSpPr txBox="1"/>
          <p:nvPr/>
        </p:nvSpPr>
        <p:spPr>
          <a:xfrm>
            <a:off x="5614416" y="4261104"/>
            <a:ext cx="2194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8A93A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checkout</a:t>
            </a:r>
            <a:endParaRPr lang="en-US" sz="1400" dirty="0"/>
          </a:p>
        </p:txBody>
      </p:sp>
      <p:sp>
        <p:nvSpPr>
          <p:cNvPr id="30" name="s11_anim003"/>
          <p:cNvSpPr txBox="1"/>
          <p:nvPr/>
        </p:nvSpPr>
        <p:spPr>
          <a:xfrm>
            <a:off x="5614416" y="457200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80" kern="0" dirty="0">
                <a:solidFill>
                  <a:srgbClr val="A6AD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SKIPPED</a:t>
            </a:r>
            <a:endParaRPr lang="en-US" sz="1050" dirty="0"/>
          </a:p>
        </p:txBody>
      </p:sp>
      <p:sp>
        <p:nvSpPr>
          <p:cNvPr id="31" name="s11_anim003"/>
          <p:cNvSpPr txBox="1"/>
          <p:nvPr/>
        </p:nvSpPr>
        <p:spPr>
          <a:xfrm>
            <a:off x="8138160" y="4160520"/>
            <a:ext cx="34747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76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 red report  ·  1 cause</a:t>
            </a:r>
            <a:endParaRPr lang="en-US" sz="1500" dirty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9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101" presetID="10" presetClass="entr" presetSubtype="0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0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03" dur="50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4" presetID="10" presetClass="entr" presetSubtype="0" fill="hold" grpId="0" nodeType="withEffect">
                            <p:stCondLst>
                              <p:cond delay="220"/>
                            </p:stCondLst>
                            <p:childTnLst>
                              <p:set>
                                <p:cBhvr>
                                  <p:cTn id="10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06" dur="50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7" presetID="10" presetClass="entr" presetSubtype="0" fill="hold" grpId="0" nodeType="withEffect">
                            <p:stCondLst>
                              <p:cond delay="220"/>
                            </p:stCondLst>
                            <p:childTnLst>
                              <p:set>
                                <p:cBhvr>
                                  <p:cTn id="10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09" dur="50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0" presetID="10" presetClass="entr" presetSubtype="0" fill="hold" grpId="0" nodeType="withEffect">
                            <p:stCondLst>
                              <p:cond delay="220"/>
                            </p:stCondLst>
                            <p:childTnLst>
                              <p:set>
                                <p:cBhvr>
                                  <p:cTn id="1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12" dur="50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3" presetID="10" presetClass="entr" presetSubtype="0" fill="hold" grpId="0" nodeType="withEffect">
                            <p:stCondLst>
                              <p:cond delay="220"/>
                            </p:stCondLst>
                            <p:childTnLst>
                              <p:set>
                                <p:cBhvr>
                                  <p:cTn id="1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15" dur="50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6" presetID="10" presetClass="entr" presetSubtype="0" fill="hold" grpId="0" nodeType="withEffect">
                            <p:stCondLst>
                              <p:cond delay="220"/>
                            </p:stCondLst>
                            <p:childTnLst>
                              <p:set>
                                <p:cBhvr>
                                  <p:cTn id="1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18" dur="50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9" presetID="10" presetClass="entr" presetSubtype="0" fill="hold" grpId="0" nodeType="withEffect">
                            <p:stCondLst>
                              <p:cond delay="220"/>
                            </p:stCondLst>
                            <p:childTnLst>
                              <p:set>
                                <p:cBhvr>
                                  <p:cTn id="1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21" dur="50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2" presetID="10" presetClass="entr" presetSubtype="0" fill="hold" grpId="0" nodeType="withEffect">
                            <p:stCondLst>
                              <p:cond delay="220"/>
                            </p:stCondLst>
                            <p:childTnLst>
                              <p:set>
                                <p:cBhvr>
                                  <p:cTn id="1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24" dur="50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5" presetID="10" presetClass="entr" presetSubtype="0" fill="hold" grpId="0" nodeType="withEffect">
                            <p:stCondLst>
                              <p:cond delay="220"/>
                            </p:stCondLst>
                            <p:childTnLst>
                              <p:set>
                                <p:cBhvr>
                                  <p:cTn id="1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27" dur="50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8" presetID="10" presetClass="entr" presetSubtype="0" fill="hold" grpId="0" nodeType="withEffect">
                            <p:stCondLst>
                              <p:cond delay="220"/>
                            </p:stCondLst>
                            <p:childTnLst>
                              <p:set>
                                <p:cBhvr>
                                  <p:cTn id="1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30" dur="50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1" presetID="10" presetClass="entr" presetSubtype="0" fill="hold" grpId="0" nodeType="withEffect">
                            <p:stCondLst>
                              <p:cond delay="220"/>
                            </p:stCondLst>
                            <p:childTnLst>
                              <p:set>
                                <p:cBhvr>
                                  <p:cTn id="1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33" dur="500"/>
                                  <p:tgtEl>
                                    <p:spTgt spid="1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4" presetID="10" presetClass="entr" presetSubtype="0" fill="hold" grpId="0" nodeType="withEffect">
                            <p:stCondLst>
                              <p:cond delay="220"/>
                            </p:stCondLst>
                            <p:childTnLst>
                              <p:set>
                                <p:cBhvr>
                                  <p:cTn id="13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36" dur="500"/>
                                  <p:tgtEl>
                                    <p:spTgt spid="2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7" presetID="10" presetClass="entr" presetSubtype="0" fill="hold" grpId="0" nodeType="withEffect">
                            <p:stCondLst>
                              <p:cond delay="440"/>
                            </p:stCondLst>
                            <p:childTnLst>
                              <p:set>
                                <p:cBhvr>
                                  <p:cTn id="13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39" dur="500"/>
                                  <p:tgtEl>
                                    <p:spTgt spid="2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0" presetID="10" presetClass="entr" presetSubtype="0" fill="hold" grpId="0" nodeType="withEffect">
                            <p:stCondLst>
                              <p:cond delay="440"/>
                            </p:stCondLst>
                            <p:childTnLst>
                              <p:set>
                                <p:cBhvr>
                                  <p:cTn id="14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42" dur="500"/>
                                  <p:tgtEl>
                                    <p:spTgt spid="2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3" presetID="10" presetClass="entr" presetSubtype="0" fill="hold" grpId="0" nodeType="withEffect">
                            <p:stCondLst>
                              <p:cond delay="440"/>
                            </p:stCondLst>
                            <p:childTnLst>
                              <p:set>
                                <p:cBhvr>
                                  <p:cTn id="14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45" dur="500"/>
                                  <p:tgtEl>
                                    <p:spTgt spid="2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6" presetID="10" presetClass="entr" presetSubtype="0" fill="hold" grpId="0" nodeType="withEffect">
                            <p:stCondLst>
                              <p:cond delay="440"/>
                            </p:stCondLst>
                            <p:childTnLst>
                              <p:set>
                                <p:cBhvr>
                                  <p:cTn id="14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48" dur="500"/>
                                  <p:tgtEl>
                                    <p:spTgt spid="2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9" presetID="10" presetClass="entr" presetSubtype="0" fill="hold" grpId="0" nodeType="withEffect">
                            <p:stCondLst>
                              <p:cond delay="440"/>
                            </p:stCondLst>
                            <p:childTnLst>
                              <p:set>
                                <p:cBhvr>
                                  <p:cTn id="15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51" dur="500"/>
                                  <p:tgtEl>
                                    <p:spTgt spid="2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2" presetID="10" presetClass="entr" presetSubtype="0" fill="hold" grpId="0" nodeType="withEffect">
                            <p:stCondLst>
                              <p:cond delay="440"/>
                            </p:stCondLst>
                            <p:childTnLst>
                              <p:set>
                                <p:cBhvr>
                                  <p:cTn id="15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54" dur="500"/>
                                  <p:tgtEl>
                                    <p:spTgt spid="2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5" presetID="10" presetClass="entr" presetSubtype="0" fill="hold" grpId="0" nodeType="withEffect">
                            <p:stCondLst>
                              <p:cond delay="440"/>
                            </p:stCondLst>
                            <p:childTnLst>
                              <p:set>
                                <p:cBhvr>
                                  <p:cTn id="15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57" dur="500"/>
                                  <p:tgtEl>
                                    <p:spTgt spid="2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8" presetID="10" presetClass="entr" presetSubtype="0" fill="hold" grpId="0" nodeType="withEffect">
                            <p:stCondLst>
                              <p:cond delay="440"/>
                            </p:stCondLst>
                            <p:childTnLst>
                              <p:set>
                                <p:cBhvr>
                                  <p:cTn id="15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60" dur="500"/>
                                  <p:tgtEl>
                                    <p:spTgt spid="2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1" presetID="10" presetClass="entr" presetSubtype="0" fill="hold" grpId="0" nodeType="withEffect">
                            <p:stCondLst>
                              <p:cond delay="440"/>
                            </p:stCondLst>
                            <p:childTnLst>
                              <p:set>
                                <p:cBhvr>
                                  <p:cTn id="16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63" dur="500"/>
                                  <p:tgtEl>
                                    <p:spTgt spid="2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4" presetID="10" presetClass="entr" presetSubtype="0" fill="hold" grpId="0" nodeType="withEffect">
                            <p:stCondLst>
                              <p:cond delay="440"/>
                            </p:stCondLst>
                            <p:childTnLst>
                              <p:set>
                                <p:cBhvr>
                                  <p:cTn id="16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66" dur="500"/>
                                  <p:tgtEl>
                                    <p:spTgt spid="3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7" presetID="10" presetClass="entr" presetSubtype="0" fill="hold" grpId="0" nodeType="withEffect">
                            <p:stCondLst>
                              <p:cond delay="440"/>
                            </p:stCondLst>
                            <p:childTnLst>
                              <p:set>
                                <p:cBhvr>
                                  <p:cTn id="16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69" dur="500"/>
                                  <p:tgtEl>
                                    <p:spTgt spid="31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/>
      <p:bldP spid="10" grpId="0"/>
      <p:bldP spid="11" grpId="0"/>
      <p:bldP spid="12" grpId="0"/>
      <p:bldP spid="13" grpId="0"/>
      <p:bldP spid="14" grpId="0"/>
      <p:bldP spid="15" grpId="0"/>
      <p:bldP spid="16" grpId="0"/>
      <p:bldP spid="17" grpId="0"/>
      <p:bldP spid="18" grpId="0"/>
      <p:bldP spid="19" grpId="0"/>
      <p:bldP spid="20" grpId="0"/>
      <p:bldP spid="21" grpId="0"/>
      <p:bldP spid="22" grpId="0"/>
      <p:bldP spid="23" grpId="0"/>
      <p:bldP spid="24" grpId="0"/>
      <p:bldP spid="25" grpId="0"/>
      <p:bldP spid="26" grpId="0"/>
      <p:bldP spid="27" grpId="0"/>
      <p:bldP spid="28" grpId="0"/>
      <p:bldP spid="29" grpId="0"/>
      <p:bldP spid="30" grpId="0"/>
      <p:bldP spid="31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hromeDot"/>
          <p:cNvSpPr/>
          <p:nvPr/>
        </p:nvSpPr>
        <p:spPr>
          <a:xfrm>
            <a:off x="685800" y="438912"/>
            <a:ext cx="329184" cy="329184"/>
          </a:xfrm>
          <a:prstGeom prst="ellipse">
            <a:avLst/>
          </a:prstGeom>
          <a:solidFill>
            <a:srgbClr val="0F766E"/>
          </a:solidFill>
          <a:ln/>
        </p:spPr>
      </p:sp>
      <p:sp>
        <p:nvSpPr>
          <p:cNvPr id="3" name="chromeNum"/>
          <p:cNvSpPr txBox="1"/>
          <p:nvPr/>
        </p:nvSpPr>
        <p:spPr>
          <a:xfrm>
            <a:off x="685800" y="43891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II</a:t>
            </a:r>
            <a:endParaRPr lang="en-US" sz="1200" dirty="0"/>
          </a:p>
        </p:txBody>
      </p:sp>
      <p:sp>
        <p:nvSpPr>
          <p:cNvPr id="4" name="chromeLabel"/>
          <p:cNvSpPr txBox="1"/>
          <p:nvPr/>
        </p:nvSpPr>
        <p:spPr>
          <a:xfrm>
            <a:off x="1115568" y="438912"/>
            <a:ext cx="5486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60" kern="0" dirty="0">
                <a:solidFill>
                  <a:srgbClr val="0F76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PROS · DATA</a:t>
            </a:r>
            <a:endParaRPr lang="en-US" sz="1050" dirty="0"/>
          </a:p>
        </p:txBody>
      </p:sp>
      <p:sp>
        <p:nvSpPr>
          <p:cNvPr id="5" name="rail0"/>
          <p:cNvSpPr/>
          <p:nvPr/>
        </p:nvSpPr>
        <p:spPr>
          <a:xfrm>
            <a:off x="685800" y="6236208"/>
            <a:ext cx="402336" cy="64008"/>
          </a:xfrm>
          <a:prstGeom prst="roundRect">
            <a:avLst>
              <a:gd name="adj" fmla="val 50000"/>
            </a:avLst>
          </a:prstGeom>
          <a:solidFill>
            <a:srgbClr val="DCDEE3"/>
          </a:solidFill>
          <a:ln/>
        </p:spPr>
      </p:sp>
      <p:sp>
        <p:nvSpPr>
          <p:cNvPr id="6" name="rail1"/>
          <p:cNvSpPr/>
          <p:nvPr/>
        </p:nvSpPr>
        <p:spPr>
          <a:xfrm>
            <a:off x="1197864" y="6236208"/>
            <a:ext cx="402336" cy="64008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/>
        </p:spPr>
      </p:sp>
      <p:sp>
        <p:nvSpPr>
          <p:cNvPr id="7" name="rail2"/>
          <p:cNvSpPr/>
          <p:nvPr/>
        </p:nvSpPr>
        <p:spPr>
          <a:xfrm>
            <a:off x="1709928" y="6236208"/>
            <a:ext cx="402336" cy="64008"/>
          </a:xfrm>
          <a:prstGeom prst="roundRect">
            <a:avLst>
              <a:gd name="adj" fmla="val 50000"/>
            </a:avLst>
          </a:prstGeom>
          <a:solidFill>
            <a:srgbClr val="DCDEE3"/>
          </a:solidFill>
          <a:ln/>
        </p:spPr>
      </p:sp>
      <p:sp>
        <p:nvSpPr>
          <p:cNvPr id="8" name="chromePage"/>
          <p:cNvSpPr txBox="1"/>
          <p:nvPr/>
        </p:nvSpPr>
        <p:spPr>
          <a:xfrm>
            <a:off x="10241280" y="6089904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120" kern="0" dirty="0">
                <a:solidFill>
                  <a:srgbClr val="3C445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</a:t>
            </a:r>
            <a:pPr algn="r" indent="0" marL="0">
              <a:buNone/>
            </a:pPr>
            <a:r>
              <a:rPr lang="en-US" sz="1050" spc="120" kern="0" dirty="0">
                <a:solidFill>
                  <a:srgbClr val="B6BDC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/ 22</a:t>
            </a:r>
            <a:endParaRPr lang="en-US" sz="1050" dirty="0"/>
          </a:p>
        </p:txBody>
      </p:sp>
      <p:sp>
        <p:nvSpPr>
          <p:cNvPr id="9" name="s12_anim001"/>
          <p:cNvSpPr txBox="1"/>
          <p:nvPr/>
        </p:nvSpPr>
        <p:spPr>
          <a:xfrm>
            <a:off x="731520" y="1078992"/>
            <a:ext cx="1072591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15181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One method, </a:t>
            </a:r>
            <a:pPr algn="ctr" indent="0" marL="0">
              <a:buNone/>
            </a:pPr>
            <a:r>
              <a:rPr lang="en-US" sz="3400" b="1" dirty="0">
                <a:solidFill>
                  <a:srgbClr val="0F76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many datasets</a:t>
            </a:r>
            <a:endParaRPr lang="en-US" sz="3400" dirty="0"/>
          </a:p>
        </p:txBody>
      </p:sp>
      <p:sp>
        <p:nvSpPr>
          <p:cNvPr id="10" name="s12_anim002"/>
          <p:cNvSpPr txBox="1"/>
          <p:nvPr/>
        </p:nvSpPr>
        <p:spPr>
          <a:xfrm>
            <a:off x="822960" y="2066544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80" kern="0" dirty="0">
                <a:solidFill>
                  <a:srgbClr val="8A93A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WITHOUT @DATAPROVIDER</a:t>
            </a:r>
            <a:endParaRPr lang="en-US" sz="1050" dirty="0"/>
          </a:p>
        </p:txBody>
      </p:sp>
      <p:sp>
        <p:nvSpPr>
          <p:cNvPr id="11" name="s12_anim002"/>
          <p:cNvSpPr/>
          <p:nvPr/>
        </p:nvSpPr>
        <p:spPr>
          <a:xfrm>
            <a:off x="822960" y="2395728"/>
            <a:ext cx="2194560" cy="786384"/>
          </a:xfrm>
          <a:prstGeom prst="roundRect">
            <a:avLst>
              <a:gd name="adj" fmla="val 13953"/>
            </a:avLst>
          </a:prstGeom>
          <a:solidFill>
            <a:srgbClr val="F7F8FA"/>
          </a:solidFill>
          <a:ln w="12700">
            <a:solidFill>
              <a:srgbClr val="D8DCE2"/>
            </a:solidFill>
            <a:prstDash val="dash"/>
          </a:ln>
          <a:effectLst>
            <a:outerShdw sx="100000" sy="100000" kx="0" ky="0" algn="bl" rotWithShape="0" blurRad="177800" dist="38100" dir="5400000">
              <a:srgbClr val="101C28">
                <a:alpha val="9000"/>
              </a:srgbClr>
            </a:outerShdw>
          </a:effectLst>
        </p:spPr>
      </p:sp>
      <p:sp>
        <p:nvSpPr>
          <p:cNvPr id="12" name="s12_anim002"/>
          <p:cNvSpPr txBox="1"/>
          <p:nvPr/>
        </p:nvSpPr>
        <p:spPr>
          <a:xfrm>
            <a:off x="822960" y="2496312"/>
            <a:ext cx="2194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8A93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testLoginChrome</a:t>
            </a:r>
            <a:endParaRPr lang="en-US" sz="1200" dirty="0"/>
          </a:p>
        </p:txBody>
      </p:sp>
      <p:sp>
        <p:nvSpPr>
          <p:cNvPr id="13" name="s12_anim002"/>
          <p:cNvSpPr txBox="1"/>
          <p:nvPr/>
        </p:nvSpPr>
        <p:spPr>
          <a:xfrm>
            <a:off x="822960" y="2816352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80" kern="0" dirty="0">
                <a:solidFill>
                  <a:srgbClr val="A6AD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copy-paste</a:t>
            </a:r>
            <a:endParaRPr lang="en-US" sz="1050" dirty="0"/>
          </a:p>
        </p:txBody>
      </p:sp>
      <p:sp>
        <p:nvSpPr>
          <p:cNvPr id="14" name="s12_anim002"/>
          <p:cNvSpPr/>
          <p:nvPr/>
        </p:nvSpPr>
        <p:spPr>
          <a:xfrm>
            <a:off x="3218688" y="2395728"/>
            <a:ext cx="2194560" cy="786384"/>
          </a:xfrm>
          <a:prstGeom prst="roundRect">
            <a:avLst>
              <a:gd name="adj" fmla="val 13953"/>
            </a:avLst>
          </a:prstGeom>
          <a:solidFill>
            <a:srgbClr val="F7F8FA"/>
          </a:solidFill>
          <a:ln w="12700">
            <a:solidFill>
              <a:srgbClr val="D8DCE2"/>
            </a:solidFill>
            <a:prstDash val="dash"/>
          </a:ln>
          <a:effectLst>
            <a:outerShdw sx="100000" sy="100000" kx="0" ky="0" algn="bl" rotWithShape="0" blurRad="177800" dist="38100" dir="5400000">
              <a:srgbClr val="101C28">
                <a:alpha val="9000"/>
              </a:srgbClr>
            </a:outerShdw>
          </a:effectLst>
        </p:spPr>
      </p:sp>
      <p:sp>
        <p:nvSpPr>
          <p:cNvPr id="15" name="s12_anim002"/>
          <p:cNvSpPr txBox="1"/>
          <p:nvPr/>
        </p:nvSpPr>
        <p:spPr>
          <a:xfrm>
            <a:off x="3218688" y="2496312"/>
            <a:ext cx="2194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8A93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testLoginFirefox</a:t>
            </a:r>
            <a:endParaRPr lang="en-US" sz="1200" dirty="0"/>
          </a:p>
        </p:txBody>
      </p:sp>
      <p:sp>
        <p:nvSpPr>
          <p:cNvPr id="16" name="s12_anim002"/>
          <p:cNvSpPr txBox="1"/>
          <p:nvPr/>
        </p:nvSpPr>
        <p:spPr>
          <a:xfrm>
            <a:off x="3218688" y="2816352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80" kern="0" dirty="0">
                <a:solidFill>
                  <a:srgbClr val="A6AD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copy-paste</a:t>
            </a:r>
            <a:endParaRPr lang="en-US" sz="1050" dirty="0"/>
          </a:p>
        </p:txBody>
      </p:sp>
      <p:sp>
        <p:nvSpPr>
          <p:cNvPr id="17" name="s12_anim002"/>
          <p:cNvSpPr/>
          <p:nvPr/>
        </p:nvSpPr>
        <p:spPr>
          <a:xfrm>
            <a:off x="5614416" y="2395728"/>
            <a:ext cx="2194560" cy="786384"/>
          </a:xfrm>
          <a:prstGeom prst="roundRect">
            <a:avLst>
              <a:gd name="adj" fmla="val 13953"/>
            </a:avLst>
          </a:prstGeom>
          <a:solidFill>
            <a:srgbClr val="F7F8FA"/>
          </a:solidFill>
          <a:ln w="12700">
            <a:solidFill>
              <a:srgbClr val="D8DCE2"/>
            </a:solidFill>
            <a:prstDash val="dash"/>
          </a:ln>
          <a:effectLst>
            <a:outerShdw sx="100000" sy="100000" kx="0" ky="0" algn="bl" rotWithShape="0" blurRad="177800" dist="38100" dir="5400000">
              <a:srgbClr val="101C28">
                <a:alpha val="9000"/>
              </a:srgbClr>
            </a:outerShdw>
          </a:effectLst>
        </p:spPr>
      </p:sp>
      <p:sp>
        <p:nvSpPr>
          <p:cNvPr id="18" name="s12_anim002"/>
          <p:cNvSpPr txBox="1"/>
          <p:nvPr/>
        </p:nvSpPr>
        <p:spPr>
          <a:xfrm>
            <a:off x="5614416" y="2496312"/>
            <a:ext cx="2194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8A93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testLoginSafari</a:t>
            </a:r>
            <a:endParaRPr lang="en-US" sz="1200" dirty="0"/>
          </a:p>
        </p:txBody>
      </p:sp>
      <p:sp>
        <p:nvSpPr>
          <p:cNvPr id="19" name="s12_anim002"/>
          <p:cNvSpPr txBox="1"/>
          <p:nvPr/>
        </p:nvSpPr>
        <p:spPr>
          <a:xfrm>
            <a:off x="5614416" y="2816352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80" kern="0" dirty="0">
                <a:solidFill>
                  <a:srgbClr val="A6AD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copy-paste</a:t>
            </a:r>
            <a:endParaRPr lang="en-US" sz="1050" dirty="0"/>
          </a:p>
        </p:txBody>
      </p:sp>
      <p:sp>
        <p:nvSpPr>
          <p:cNvPr id="20" name="s12_anim002"/>
          <p:cNvSpPr txBox="1"/>
          <p:nvPr/>
        </p:nvSpPr>
        <p:spPr>
          <a:xfrm>
            <a:off x="8138160" y="2395728"/>
            <a:ext cx="34747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93A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 methods  ·  1 idea</a:t>
            </a:r>
            <a:endParaRPr lang="en-US" sz="1500" dirty="0"/>
          </a:p>
        </p:txBody>
      </p:sp>
      <p:sp>
        <p:nvSpPr>
          <p:cNvPr id="21" name="s12_anim003"/>
          <p:cNvSpPr txBox="1"/>
          <p:nvPr/>
        </p:nvSpPr>
        <p:spPr>
          <a:xfrm>
            <a:off x="822960" y="354787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80" kern="0" dirty="0">
                <a:solidFill>
                  <a:srgbClr val="0F76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@DataProvider</a:t>
            </a:r>
            <a:endParaRPr lang="en-US" sz="1050" dirty="0"/>
          </a:p>
        </p:txBody>
      </p:sp>
      <p:sp>
        <p:nvSpPr>
          <p:cNvPr id="22" name="s12_anim003"/>
          <p:cNvSpPr/>
          <p:nvPr/>
        </p:nvSpPr>
        <p:spPr>
          <a:xfrm>
            <a:off x="822960" y="3877056"/>
            <a:ext cx="6986016" cy="1078992"/>
          </a:xfrm>
          <a:prstGeom prst="roundRect">
            <a:avLst>
              <a:gd name="adj" fmla="val 10169"/>
            </a:avLst>
          </a:prstGeom>
          <a:solidFill>
            <a:srgbClr val="EFF8F7"/>
          </a:solidFill>
          <a:ln w="12700">
            <a:solidFill>
              <a:srgbClr val="3FA9A0"/>
            </a:solidFill>
            <a:prstDash val="solid"/>
          </a:ln>
          <a:effectLst>
            <a:outerShdw sx="100000" sy="100000" kx="0" ky="0" algn="bl" rotWithShape="0" blurRad="177800" dist="38100" dir="5400000">
              <a:srgbClr val="101C28">
                <a:alpha val="9000"/>
              </a:srgbClr>
            </a:outerShdw>
          </a:effectLst>
        </p:spPr>
      </p:sp>
      <p:sp>
        <p:nvSpPr>
          <p:cNvPr id="23" name="s12_anim003"/>
          <p:cNvSpPr txBox="1"/>
          <p:nvPr/>
        </p:nvSpPr>
        <p:spPr>
          <a:xfrm>
            <a:off x="822960" y="3968496"/>
            <a:ext cx="69860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5181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testLogin(String browser)</a:t>
            </a:r>
            <a:endParaRPr lang="en-US" sz="1600" dirty="0"/>
          </a:p>
        </p:txBody>
      </p:sp>
      <p:sp>
        <p:nvSpPr>
          <p:cNvPr id="24" name="s12_anim003"/>
          <p:cNvSpPr/>
          <p:nvPr/>
        </p:nvSpPr>
        <p:spPr>
          <a:xfrm>
            <a:off x="1874520" y="4407408"/>
            <a:ext cx="1508760" cy="38404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3FA9A0"/>
            </a:solidFill>
            <a:prstDash val="solid"/>
          </a:ln>
        </p:spPr>
      </p:sp>
      <p:sp>
        <p:nvSpPr>
          <p:cNvPr id="25" name="s12_anim003"/>
          <p:cNvSpPr txBox="1"/>
          <p:nvPr/>
        </p:nvSpPr>
        <p:spPr>
          <a:xfrm>
            <a:off x="1874520" y="4407408"/>
            <a:ext cx="1508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Chrome</a:t>
            </a:r>
            <a:endParaRPr lang="en-US" sz="1200" dirty="0"/>
          </a:p>
        </p:txBody>
      </p:sp>
      <p:sp>
        <p:nvSpPr>
          <p:cNvPr id="26" name="s12_anim003"/>
          <p:cNvSpPr/>
          <p:nvPr/>
        </p:nvSpPr>
        <p:spPr>
          <a:xfrm>
            <a:off x="3566160" y="4407408"/>
            <a:ext cx="1508760" cy="38404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3FA9A0"/>
            </a:solidFill>
            <a:prstDash val="solid"/>
          </a:ln>
        </p:spPr>
      </p:sp>
      <p:sp>
        <p:nvSpPr>
          <p:cNvPr id="27" name="s12_anim003"/>
          <p:cNvSpPr txBox="1"/>
          <p:nvPr/>
        </p:nvSpPr>
        <p:spPr>
          <a:xfrm>
            <a:off x="3566160" y="4407408"/>
            <a:ext cx="1508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Firefox</a:t>
            </a:r>
            <a:endParaRPr lang="en-US" sz="1200" dirty="0"/>
          </a:p>
        </p:txBody>
      </p:sp>
      <p:sp>
        <p:nvSpPr>
          <p:cNvPr id="28" name="s12_anim003"/>
          <p:cNvSpPr/>
          <p:nvPr/>
        </p:nvSpPr>
        <p:spPr>
          <a:xfrm>
            <a:off x="5257800" y="4407408"/>
            <a:ext cx="1508760" cy="38404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3FA9A0"/>
            </a:solidFill>
            <a:prstDash val="solid"/>
          </a:ln>
        </p:spPr>
      </p:sp>
      <p:sp>
        <p:nvSpPr>
          <p:cNvPr id="29" name="s12_anim003"/>
          <p:cNvSpPr txBox="1"/>
          <p:nvPr/>
        </p:nvSpPr>
        <p:spPr>
          <a:xfrm>
            <a:off x="5257800" y="4407408"/>
            <a:ext cx="1508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Safari</a:t>
            </a:r>
            <a:endParaRPr lang="en-US" sz="1200" dirty="0"/>
          </a:p>
        </p:txBody>
      </p:sp>
      <p:sp>
        <p:nvSpPr>
          <p:cNvPr id="30" name="s12_anim003"/>
          <p:cNvSpPr txBox="1"/>
          <p:nvPr/>
        </p:nvSpPr>
        <p:spPr>
          <a:xfrm>
            <a:off x="8138160" y="3877056"/>
            <a:ext cx="347472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76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 method  ·  3 datasets</a:t>
            </a:r>
            <a:endParaRPr lang="en-US" sz="1500" dirty="0"/>
          </a:p>
        </p:txBody>
      </p:sp>
      <p:sp>
        <p:nvSpPr>
          <p:cNvPr id="31" name="s12_anim004"/>
          <p:cNvSpPr txBox="1"/>
          <p:nvPr/>
        </p:nvSpPr>
        <p:spPr>
          <a:xfrm>
            <a:off x="731520" y="5212080"/>
            <a:ext cx="107259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8A93A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@DataProvider parameterizes the method.  @Factory parameterizes the class.</a:t>
            </a:r>
            <a:endParaRPr lang="en-US" sz="1150" dirty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9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101" presetID="10" presetClass="entr" presetSubtype="0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0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03" dur="50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4" presetID="10" presetClass="entr" presetSubtype="0" fill="hold" grpId="0" nodeType="withEffect">
                            <p:stCondLst>
                              <p:cond delay="220"/>
                            </p:stCondLst>
                            <p:childTnLst>
                              <p:set>
                                <p:cBhvr>
                                  <p:cTn id="10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06" dur="50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7" presetID="10" presetClass="entr" presetSubtype="0" fill="hold" grpId="0" nodeType="withEffect">
                            <p:stCondLst>
                              <p:cond delay="220"/>
                            </p:stCondLst>
                            <p:childTnLst>
                              <p:set>
                                <p:cBhvr>
                                  <p:cTn id="10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09" dur="50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0" presetID="10" presetClass="entr" presetSubtype="0" fill="hold" grpId="0" nodeType="withEffect">
                            <p:stCondLst>
                              <p:cond delay="220"/>
                            </p:stCondLst>
                            <p:childTnLst>
                              <p:set>
                                <p:cBhvr>
                                  <p:cTn id="1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12" dur="50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3" presetID="10" presetClass="entr" presetSubtype="0" fill="hold" grpId="0" nodeType="withEffect">
                            <p:stCondLst>
                              <p:cond delay="220"/>
                            </p:stCondLst>
                            <p:childTnLst>
                              <p:set>
                                <p:cBhvr>
                                  <p:cTn id="1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15" dur="50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6" presetID="10" presetClass="entr" presetSubtype="0" fill="hold" grpId="0" nodeType="withEffect">
                            <p:stCondLst>
                              <p:cond delay="220"/>
                            </p:stCondLst>
                            <p:childTnLst>
                              <p:set>
                                <p:cBhvr>
                                  <p:cTn id="1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18" dur="50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9" presetID="10" presetClass="entr" presetSubtype="0" fill="hold" grpId="0" nodeType="withEffect">
                            <p:stCondLst>
                              <p:cond delay="220"/>
                            </p:stCondLst>
                            <p:childTnLst>
                              <p:set>
                                <p:cBhvr>
                                  <p:cTn id="1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21" dur="50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2" presetID="10" presetClass="entr" presetSubtype="0" fill="hold" grpId="0" nodeType="withEffect">
                            <p:stCondLst>
                              <p:cond delay="220"/>
                            </p:stCondLst>
                            <p:childTnLst>
                              <p:set>
                                <p:cBhvr>
                                  <p:cTn id="1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24" dur="50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5" presetID="10" presetClass="entr" presetSubtype="0" fill="hold" grpId="0" nodeType="withEffect">
                            <p:stCondLst>
                              <p:cond delay="220"/>
                            </p:stCondLst>
                            <p:childTnLst>
                              <p:set>
                                <p:cBhvr>
                                  <p:cTn id="1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27" dur="50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8" presetID="10" presetClass="entr" presetSubtype="0" fill="hold" grpId="0" nodeType="withEffect">
                            <p:stCondLst>
                              <p:cond delay="220"/>
                            </p:stCondLst>
                            <p:childTnLst>
                              <p:set>
                                <p:cBhvr>
                                  <p:cTn id="1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30" dur="50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1" presetID="10" presetClass="entr" presetSubtype="0" fill="hold" grpId="0" nodeType="withEffect">
                            <p:stCondLst>
                              <p:cond delay="220"/>
                            </p:stCondLst>
                            <p:childTnLst>
                              <p:set>
                                <p:cBhvr>
                                  <p:cTn id="1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33" dur="500"/>
                                  <p:tgtEl>
                                    <p:spTgt spid="1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4" presetID="10" presetClass="entr" presetSubtype="0" fill="hold" grpId="0" nodeType="withEffect">
                            <p:stCondLst>
                              <p:cond delay="220"/>
                            </p:stCondLst>
                            <p:childTnLst>
                              <p:set>
                                <p:cBhvr>
                                  <p:cTn id="13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36" dur="500"/>
                                  <p:tgtEl>
                                    <p:spTgt spid="2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7" presetID="10" presetClass="entr" presetSubtype="0" fill="hold" grpId="0" nodeType="withEffect">
                            <p:stCondLst>
                              <p:cond delay="440"/>
                            </p:stCondLst>
                            <p:childTnLst>
                              <p:set>
                                <p:cBhvr>
                                  <p:cTn id="13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39" dur="500"/>
                                  <p:tgtEl>
                                    <p:spTgt spid="2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0" presetID="10" presetClass="entr" presetSubtype="0" fill="hold" grpId="0" nodeType="withEffect">
                            <p:stCondLst>
                              <p:cond delay="440"/>
                            </p:stCondLst>
                            <p:childTnLst>
                              <p:set>
                                <p:cBhvr>
                                  <p:cTn id="14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42" dur="500"/>
                                  <p:tgtEl>
                                    <p:spTgt spid="2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3" presetID="10" presetClass="entr" presetSubtype="0" fill="hold" grpId="0" nodeType="withEffect">
                            <p:stCondLst>
                              <p:cond delay="440"/>
                            </p:stCondLst>
                            <p:childTnLst>
                              <p:set>
                                <p:cBhvr>
                                  <p:cTn id="14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45" dur="500"/>
                                  <p:tgtEl>
                                    <p:spTgt spid="2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6" presetID="10" presetClass="entr" presetSubtype="0" fill="hold" grpId="0" nodeType="withEffect">
                            <p:stCondLst>
                              <p:cond delay="440"/>
                            </p:stCondLst>
                            <p:childTnLst>
                              <p:set>
                                <p:cBhvr>
                                  <p:cTn id="14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48" dur="500"/>
                                  <p:tgtEl>
                                    <p:spTgt spid="2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9" presetID="10" presetClass="entr" presetSubtype="0" fill="hold" grpId="0" nodeType="withEffect">
                            <p:stCondLst>
                              <p:cond delay="440"/>
                            </p:stCondLst>
                            <p:childTnLst>
                              <p:set>
                                <p:cBhvr>
                                  <p:cTn id="15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51" dur="500"/>
                                  <p:tgtEl>
                                    <p:spTgt spid="2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2" presetID="10" presetClass="entr" presetSubtype="0" fill="hold" grpId="0" nodeType="withEffect">
                            <p:stCondLst>
                              <p:cond delay="440"/>
                            </p:stCondLst>
                            <p:childTnLst>
                              <p:set>
                                <p:cBhvr>
                                  <p:cTn id="15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54" dur="500"/>
                                  <p:tgtEl>
                                    <p:spTgt spid="2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5" presetID="10" presetClass="entr" presetSubtype="0" fill="hold" grpId="0" nodeType="withEffect">
                            <p:stCondLst>
                              <p:cond delay="440"/>
                            </p:stCondLst>
                            <p:childTnLst>
                              <p:set>
                                <p:cBhvr>
                                  <p:cTn id="15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57" dur="500"/>
                                  <p:tgtEl>
                                    <p:spTgt spid="2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8" presetID="10" presetClass="entr" presetSubtype="0" fill="hold" grpId="0" nodeType="withEffect">
                            <p:stCondLst>
                              <p:cond delay="440"/>
                            </p:stCondLst>
                            <p:childTnLst>
                              <p:set>
                                <p:cBhvr>
                                  <p:cTn id="15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60" dur="500"/>
                                  <p:tgtEl>
                                    <p:spTgt spid="2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1" presetID="10" presetClass="entr" presetSubtype="0" fill="hold" grpId="0" nodeType="withEffect">
                            <p:stCondLst>
                              <p:cond delay="440"/>
                            </p:stCondLst>
                            <p:childTnLst>
                              <p:set>
                                <p:cBhvr>
                                  <p:cTn id="16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63" dur="500"/>
                                  <p:tgtEl>
                                    <p:spTgt spid="2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4" presetID="10" presetClass="entr" presetSubtype="0" fill="hold" grpId="0" nodeType="withEffect">
                            <p:stCondLst>
                              <p:cond delay="440"/>
                            </p:stCondLst>
                            <p:childTnLst>
                              <p:set>
                                <p:cBhvr>
                                  <p:cTn id="16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66" dur="500"/>
                                  <p:tgtEl>
                                    <p:spTgt spid="3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7" presetID="10" presetClass="entr" presetSubtype="0" fill="hold" grpId="0" nodeType="withEffect">
                            <p:stCondLst>
                              <p:cond delay="660"/>
                            </p:stCondLst>
                            <p:childTnLst>
                              <p:set>
                                <p:cBhvr>
                                  <p:cTn id="16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69" dur="500"/>
                                  <p:tgtEl>
                                    <p:spTgt spid="31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/>
      <p:bldP spid="10" grpId="0"/>
      <p:bldP spid="11" grpId="0"/>
      <p:bldP spid="12" grpId="0"/>
      <p:bldP spid="13" grpId="0"/>
      <p:bldP spid="14" grpId="0"/>
      <p:bldP spid="15" grpId="0"/>
      <p:bldP spid="16" grpId="0"/>
      <p:bldP spid="17" grpId="0"/>
      <p:bldP spid="18" grpId="0"/>
      <p:bldP spid="19" grpId="0"/>
      <p:bldP spid="20" grpId="0"/>
      <p:bldP spid="21" grpId="0"/>
      <p:bldP spid="22" grpId="0"/>
      <p:bldP spid="23" grpId="0"/>
      <p:bldP spid="24" grpId="0"/>
      <p:bldP spid="25" grpId="0"/>
      <p:bldP spid="26" grpId="0"/>
      <p:bldP spid="27" grpId="0"/>
      <p:bldP spid="28" grpId="0"/>
      <p:bldP spid="29" grpId="0"/>
      <p:bldP spid="30" grpId="0"/>
      <p:bldP spid="31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hromeDot"/>
          <p:cNvSpPr/>
          <p:nvPr/>
        </p:nvSpPr>
        <p:spPr>
          <a:xfrm>
            <a:off x="685800" y="438912"/>
            <a:ext cx="329184" cy="329184"/>
          </a:xfrm>
          <a:prstGeom prst="ellipse">
            <a:avLst/>
          </a:prstGeom>
          <a:solidFill>
            <a:srgbClr val="0F766E"/>
          </a:solidFill>
          <a:ln/>
        </p:spPr>
      </p:sp>
      <p:sp>
        <p:nvSpPr>
          <p:cNvPr id="3" name="chromeNum"/>
          <p:cNvSpPr txBox="1"/>
          <p:nvPr/>
        </p:nvSpPr>
        <p:spPr>
          <a:xfrm>
            <a:off x="685800" y="43891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II</a:t>
            </a:r>
            <a:endParaRPr lang="en-US" sz="1200" dirty="0"/>
          </a:p>
        </p:txBody>
      </p:sp>
      <p:sp>
        <p:nvSpPr>
          <p:cNvPr id="4" name="chromeLabel"/>
          <p:cNvSpPr txBox="1"/>
          <p:nvPr/>
        </p:nvSpPr>
        <p:spPr>
          <a:xfrm>
            <a:off x="1115568" y="438912"/>
            <a:ext cx="5486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60" kern="0" dirty="0">
                <a:solidFill>
                  <a:srgbClr val="0F76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PROS · SPEED</a:t>
            </a:r>
            <a:endParaRPr lang="en-US" sz="1050" dirty="0"/>
          </a:p>
        </p:txBody>
      </p:sp>
      <p:sp>
        <p:nvSpPr>
          <p:cNvPr id="5" name="rail0"/>
          <p:cNvSpPr/>
          <p:nvPr/>
        </p:nvSpPr>
        <p:spPr>
          <a:xfrm>
            <a:off x="685800" y="6236208"/>
            <a:ext cx="402336" cy="64008"/>
          </a:xfrm>
          <a:prstGeom prst="roundRect">
            <a:avLst>
              <a:gd name="adj" fmla="val 50000"/>
            </a:avLst>
          </a:prstGeom>
          <a:solidFill>
            <a:srgbClr val="DCDEE3"/>
          </a:solidFill>
          <a:ln/>
        </p:spPr>
      </p:sp>
      <p:sp>
        <p:nvSpPr>
          <p:cNvPr id="6" name="rail1"/>
          <p:cNvSpPr/>
          <p:nvPr/>
        </p:nvSpPr>
        <p:spPr>
          <a:xfrm>
            <a:off x="1197864" y="6236208"/>
            <a:ext cx="402336" cy="64008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/>
        </p:spPr>
      </p:sp>
      <p:sp>
        <p:nvSpPr>
          <p:cNvPr id="7" name="rail2"/>
          <p:cNvSpPr/>
          <p:nvPr/>
        </p:nvSpPr>
        <p:spPr>
          <a:xfrm>
            <a:off x="1709928" y="6236208"/>
            <a:ext cx="402336" cy="64008"/>
          </a:xfrm>
          <a:prstGeom prst="roundRect">
            <a:avLst>
              <a:gd name="adj" fmla="val 50000"/>
            </a:avLst>
          </a:prstGeom>
          <a:solidFill>
            <a:srgbClr val="DCDEE3"/>
          </a:solidFill>
          <a:ln/>
        </p:spPr>
      </p:sp>
      <p:sp>
        <p:nvSpPr>
          <p:cNvPr id="8" name="chromePage"/>
          <p:cNvSpPr txBox="1"/>
          <p:nvPr/>
        </p:nvSpPr>
        <p:spPr>
          <a:xfrm>
            <a:off x="10241280" y="6089904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120" kern="0" dirty="0">
                <a:solidFill>
                  <a:srgbClr val="3C445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13</a:t>
            </a:r>
            <a:pPr algn="r" indent="0" marL="0">
              <a:buNone/>
            </a:pPr>
            <a:r>
              <a:rPr lang="en-US" sz="1050" spc="120" kern="0" dirty="0">
                <a:solidFill>
                  <a:srgbClr val="B6BDC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/ 22</a:t>
            </a:r>
            <a:endParaRPr lang="en-US" sz="1050" dirty="0"/>
          </a:p>
        </p:txBody>
      </p:sp>
      <p:sp>
        <p:nvSpPr>
          <p:cNvPr id="9" name="s13_anim001"/>
          <p:cNvSpPr txBox="1"/>
          <p:nvPr/>
        </p:nvSpPr>
        <p:spPr>
          <a:xfrm>
            <a:off x="731520" y="1078992"/>
            <a:ext cx="1072591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15181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 minutes </a:t>
            </a:r>
            <a:pPr algn="ctr" indent="0" marL="0">
              <a:buNone/>
            </a:pPr>
            <a:r>
              <a:rPr lang="en-US" sz="3400" b="1" dirty="0">
                <a:solidFill>
                  <a:srgbClr val="C9CDD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→</a:t>
            </a:r>
            <a:pPr algn="ctr" indent="0" marL="0">
              <a:buNone/>
            </a:pPr>
            <a:r>
              <a:rPr lang="en-US" sz="3400" b="1" dirty="0">
                <a:solidFill>
                  <a:srgbClr val="0F76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10</a:t>
            </a:r>
            <a:endParaRPr lang="en-US" sz="3400" dirty="0"/>
          </a:p>
        </p:txBody>
      </p:sp>
      <p:sp>
        <p:nvSpPr>
          <p:cNvPr id="10" name="s13_anim002"/>
          <p:cNvSpPr txBox="1"/>
          <p:nvPr/>
        </p:nvSpPr>
        <p:spPr>
          <a:xfrm>
            <a:off x="822960" y="22402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80" kern="0" dirty="0">
                <a:solidFill>
                  <a:srgbClr val="8A93A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SEQUENTIAL</a:t>
            </a:r>
            <a:endParaRPr lang="en-US" sz="1050" dirty="0"/>
          </a:p>
        </p:txBody>
      </p:sp>
      <p:sp>
        <p:nvSpPr>
          <p:cNvPr id="11" name="s13_anim002"/>
          <p:cNvSpPr/>
          <p:nvPr/>
        </p:nvSpPr>
        <p:spPr>
          <a:xfrm>
            <a:off x="822960" y="2560320"/>
            <a:ext cx="2121408" cy="457200"/>
          </a:xfrm>
          <a:prstGeom prst="roundRect">
            <a:avLst>
              <a:gd name="adj" fmla="val 18000"/>
            </a:avLst>
          </a:prstGeom>
          <a:solidFill>
            <a:srgbClr val="E4E7EC"/>
          </a:solidFill>
          <a:ln/>
        </p:spPr>
      </p:sp>
      <p:sp>
        <p:nvSpPr>
          <p:cNvPr id="12" name="s13_anim002"/>
          <p:cNvSpPr txBox="1"/>
          <p:nvPr/>
        </p:nvSpPr>
        <p:spPr>
          <a:xfrm>
            <a:off x="822960" y="2560320"/>
            <a:ext cx="21214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suite A</a:t>
            </a:r>
            <a:endParaRPr lang="en-US" sz="1150" dirty="0"/>
          </a:p>
        </p:txBody>
      </p:sp>
      <p:sp>
        <p:nvSpPr>
          <p:cNvPr id="13" name="s13_anim002"/>
          <p:cNvSpPr/>
          <p:nvPr/>
        </p:nvSpPr>
        <p:spPr>
          <a:xfrm>
            <a:off x="3108960" y="2560320"/>
            <a:ext cx="2121408" cy="457200"/>
          </a:xfrm>
          <a:prstGeom prst="roundRect">
            <a:avLst>
              <a:gd name="adj" fmla="val 18000"/>
            </a:avLst>
          </a:prstGeom>
          <a:solidFill>
            <a:srgbClr val="E4E7EC"/>
          </a:solidFill>
          <a:ln/>
        </p:spPr>
      </p:sp>
      <p:sp>
        <p:nvSpPr>
          <p:cNvPr id="14" name="s13_anim002"/>
          <p:cNvSpPr txBox="1"/>
          <p:nvPr/>
        </p:nvSpPr>
        <p:spPr>
          <a:xfrm>
            <a:off x="3108960" y="2560320"/>
            <a:ext cx="21214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suite B</a:t>
            </a:r>
            <a:endParaRPr lang="en-US" sz="1150" dirty="0"/>
          </a:p>
        </p:txBody>
      </p:sp>
      <p:sp>
        <p:nvSpPr>
          <p:cNvPr id="15" name="s13_anim002"/>
          <p:cNvSpPr/>
          <p:nvPr/>
        </p:nvSpPr>
        <p:spPr>
          <a:xfrm>
            <a:off x="5394960" y="2560320"/>
            <a:ext cx="2121408" cy="457200"/>
          </a:xfrm>
          <a:prstGeom prst="roundRect">
            <a:avLst>
              <a:gd name="adj" fmla="val 18000"/>
            </a:avLst>
          </a:prstGeom>
          <a:solidFill>
            <a:srgbClr val="E4E7EC"/>
          </a:solidFill>
          <a:ln/>
        </p:spPr>
      </p:sp>
      <p:sp>
        <p:nvSpPr>
          <p:cNvPr id="16" name="s13_anim002"/>
          <p:cNvSpPr txBox="1"/>
          <p:nvPr/>
        </p:nvSpPr>
        <p:spPr>
          <a:xfrm>
            <a:off x="5394960" y="2560320"/>
            <a:ext cx="21214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suite C</a:t>
            </a:r>
            <a:endParaRPr lang="en-US" sz="1150" dirty="0"/>
          </a:p>
        </p:txBody>
      </p:sp>
      <p:sp>
        <p:nvSpPr>
          <p:cNvPr id="17" name="s13_anim002"/>
          <p:cNvSpPr/>
          <p:nvPr/>
        </p:nvSpPr>
        <p:spPr>
          <a:xfrm>
            <a:off x="7680960" y="2560320"/>
            <a:ext cx="2121408" cy="457200"/>
          </a:xfrm>
          <a:prstGeom prst="roundRect">
            <a:avLst>
              <a:gd name="adj" fmla="val 18000"/>
            </a:avLst>
          </a:prstGeom>
          <a:solidFill>
            <a:srgbClr val="E4E7EC"/>
          </a:solidFill>
          <a:ln/>
        </p:spPr>
      </p:sp>
      <p:sp>
        <p:nvSpPr>
          <p:cNvPr id="18" name="s13_anim002"/>
          <p:cNvSpPr txBox="1"/>
          <p:nvPr/>
        </p:nvSpPr>
        <p:spPr>
          <a:xfrm>
            <a:off x="7680960" y="2560320"/>
            <a:ext cx="21214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suite D</a:t>
            </a:r>
            <a:endParaRPr lang="en-US" sz="1150" dirty="0"/>
          </a:p>
        </p:txBody>
      </p:sp>
      <p:sp>
        <p:nvSpPr>
          <p:cNvPr id="19" name="s13_anim002"/>
          <p:cNvSpPr txBox="1"/>
          <p:nvPr/>
        </p:nvSpPr>
        <p:spPr>
          <a:xfrm>
            <a:off x="10012680" y="2560320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8A93A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40′</a:t>
            </a:r>
            <a:endParaRPr lang="en-US" sz="2200" dirty="0"/>
          </a:p>
        </p:txBody>
      </p:sp>
      <p:sp>
        <p:nvSpPr>
          <p:cNvPr id="20" name="s13_anim003"/>
          <p:cNvSpPr txBox="1"/>
          <p:nvPr/>
        </p:nvSpPr>
        <p:spPr>
          <a:xfrm>
            <a:off x="822960" y="361188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80" kern="0" dirty="0">
                <a:solidFill>
                  <a:srgbClr val="0F76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PARALLEL  ·  thread-count="4"</a:t>
            </a:r>
            <a:endParaRPr lang="en-US" sz="1050" dirty="0"/>
          </a:p>
        </p:txBody>
      </p:sp>
      <p:sp>
        <p:nvSpPr>
          <p:cNvPr id="21" name="s13_anim003"/>
          <p:cNvSpPr/>
          <p:nvPr/>
        </p:nvSpPr>
        <p:spPr>
          <a:xfrm>
            <a:off x="822960" y="3950208"/>
            <a:ext cx="2121408" cy="329184"/>
          </a:xfrm>
          <a:prstGeom prst="roundRect">
            <a:avLst>
              <a:gd name="adj" fmla="val 19444"/>
            </a:avLst>
          </a:prstGeom>
          <a:solidFill>
            <a:srgbClr val="0F766E"/>
          </a:solidFill>
          <a:ln/>
        </p:spPr>
      </p:sp>
      <p:sp>
        <p:nvSpPr>
          <p:cNvPr id="22" name="s13_anim003"/>
          <p:cNvSpPr/>
          <p:nvPr/>
        </p:nvSpPr>
        <p:spPr>
          <a:xfrm>
            <a:off x="822960" y="4389120"/>
            <a:ext cx="2121408" cy="329184"/>
          </a:xfrm>
          <a:prstGeom prst="roundRect">
            <a:avLst>
              <a:gd name="adj" fmla="val 19444"/>
            </a:avLst>
          </a:prstGeom>
          <a:solidFill>
            <a:srgbClr val="0F766E">
              <a:alpha val="87000"/>
            </a:srgbClr>
          </a:solidFill>
          <a:ln/>
        </p:spPr>
      </p:sp>
      <p:sp>
        <p:nvSpPr>
          <p:cNvPr id="23" name="s13_anim003"/>
          <p:cNvSpPr/>
          <p:nvPr/>
        </p:nvSpPr>
        <p:spPr>
          <a:xfrm>
            <a:off x="822960" y="4828032"/>
            <a:ext cx="2121408" cy="329184"/>
          </a:xfrm>
          <a:prstGeom prst="roundRect">
            <a:avLst>
              <a:gd name="adj" fmla="val 19444"/>
            </a:avLst>
          </a:prstGeom>
          <a:solidFill>
            <a:srgbClr val="0F766E">
              <a:alpha val="74000"/>
            </a:srgbClr>
          </a:solidFill>
          <a:ln/>
        </p:spPr>
      </p:sp>
      <p:sp>
        <p:nvSpPr>
          <p:cNvPr id="24" name="s13_anim003"/>
          <p:cNvSpPr/>
          <p:nvPr/>
        </p:nvSpPr>
        <p:spPr>
          <a:xfrm>
            <a:off x="822960" y="5266944"/>
            <a:ext cx="2121408" cy="329184"/>
          </a:xfrm>
          <a:prstGeom prst="roundRect">
            <a:avLst>
              <a:gd name="adj" fmla="val 19444"/>
            </a:avLst>
          </a:prstGeom>
          <a:solidFill>
            <a:srgbClr val="0F766E">
              <a:alpha val="61000"/>
            </a:srgbClr>
          </a:solidFill>
          <a:ln/>
        </p:spPr>
      </p:sp>
      <p:sp>
        <p:nvSpPr>
          <p:cNvPr id="25" name="s13_anim003"/>
          <p:cNvSpPr txBox="1"/>
          <p:nvPr/>
        </p:nvSpPr>
        <p:spPr>
          <a:xfrm>
            <a:off x="3154680" y="4315968"/>
            <a:ext cx="1280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76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10′</a:t>
            </a:r>
            <a:endParaRPr lang="en-US" sz="3000" dirty="0"/>
          </a:p>
        </p:txBody>
      </p:sp>
      <p:sp>
        <p:nvSpPr>
          <p:cNvPr id="26" name="s13_anim004"/>
          <p:cNvSpPr txBox="1"/>
          <p:nvPr/>
        </p:nvSpPr>
        <p:spPr>
          <a:xfrm>
            <a:off x="731520" y="5623560"/>
            <a:ext cx="107259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8A93A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Granularity:  methods · classes · tests · instances</a:t>
            </a:r>
            <a:endParaRPr lang="en-US" sz="1150" dirty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9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101" presetID="10" presetClass="entr" presetSubtype="0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0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03" dur="50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4" presetID="10" presetClass="entr" presetSubtype="0" fill="hold" grpId="0" nodeType="withEffect">
                            <p:stCondLst>
                              <p:cond delay="220"/>
                            </p:stCondLst>
                            <p:childTnLst>
                              <p:set>
                                <p:cBhvr>
                                  <p:cTn id="10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06" dur="50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7" presetID="10" presetClass="entr" presetSubtype="0" fill="hold" grpId="0" nodeType="withEffect">
                            <p:stCondLst>
                              <p:cond delay="220"/>
                            </p:stCondLst>
                            <p:childTnLst>
                              <p:set>
                                <p:cBhvr>
                                  <p:cTn id="10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09" dur="50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0" presetID="10" presetClass="entr" presetSubtype="0" fill="hold" grpId="0" nodeType="withEffect">
                            <p:stCondLst>
                              <p:cond delay="220"/>
                            </p:stCondLst>
                            <p:childTnLst>
                              <p:set>
                                <p:cBhvr>
                                  <p:cTn id="1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12" dur="50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3" presetID="10" presetClass="entr" presetSubtype="0" fill="hold" grpId="0" nodeType="withEffect">
                            <p:stCondLst>
                              <p:cond delay="220"/>
                            </p:stCondLst>
                            <p:childTnLst>
                              <p:set>
                                <p:cBhvr>
                                  <p:cTn id="1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15" dur="50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6" presetID="10" presetClass="entr" presetSubtype="0" fill="hold" grpId="0" nodeType="withEffect">
                            <p:stCondLst>
                              <p:cond delay="220"/>
                            </p:stCondLst>
                            <p:childTnLst>
                              <p:set>
                                <p:cBhvr>
                                  <p:cTn id="1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18" dur="50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9" presetID="10" presetClass="entr" presetSubtype="0" fill="hold" grpId="0" nodeType="withEffect">
                            <p:stCondLst>
                              <p:cond delay="220"/>
                            </p:stCondLst>
                            <p:childTnLst>
                              <p:set>
                                <p:cBhvr>
                                  <p:cTn id="1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21" dur="50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2" presetID="10" presetClass="entr" presetSubtype="0" fill="hold" grpId="0" nodeType="withEffect">
                            <p:stCondLst>
                              <p:cond delay="220"/>
                            </p:stCondLst>
                            <p:childTnLst>
                              <p:set>
                                <p:cBhvr>
                                  <p:cTn id="1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24" dur="50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5" presetID="10" presetClass="entr" presetSubtype="0" fill="hold" grpId="0" nodeType="withEffect">
                            <p:stCondLst>
                              <p:cond delay="220"/>
                            </p:stCondLst>
                            <p:childTnLst>
                              <p:set>
                                <p:cBhvr>
                                  <p:cTn id="1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27" dur="50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8" presetID="10" presetClass="entr" presetSubtype="0" fill="hold" grpId="0" nodeType="withEffect">
                            <p:stCondLst>
                              <p:cond delay="220"/>
                            </p:stCondLst>
                            <p:childTnLst>
                              <p:set>
                                <p:cBhvr>
                                  <p:cTn id="1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30" dur="50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1" presetID="10" presetClass="entr" presetSubtype="0" fill="hold" grpId="0" nodeType="withEffect">
                            <p:stCondLst>
                              <p:cond delay="220"/>
                            </p:stCondLst>
                            <p:childTnLst>
                              <p:set>
                                <p:cBhvr>
                                  <p:cTn id="1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33" dur="500"/>
                                  <p:tgtEl>
                                    <p:spTgt spid="1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4" presetID="10" presetClass="entr" presetSubtype="0" fill="hold" grpId="0" nodeType="withEffect">
                            <p:stCondLst>
                              <p:cond delay="440"/>
                            </p:stCondLst>
                            <p:childTnLst>
                              <p:set>
                                <p:cBhvr>
                                  <p:cTn id="13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36" dur="500"/>
                                  <p:tgtEl>
                                    <p:spTgt spid="2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7" presetID="10" presetClass="entr" presetSubtype="0" fill="hold" grpId="0" nodeType="withEffect">
                            <p:stCondLst>
                              <p:cond delay="440"/>
                            </p:stCondLst>
                            <p:childTnLst>
                              <p:set>
                                <p:cBhvr>
                                  <p:cTn id="13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39" dur="500"/>
                                  <p:tgtEl>
                                    <p:spTgt spid="2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0" presetID="10" presetClass="entr" presetSubtype="0" fill="hold" grpId="0" nodeType="withEffect">
                            <p:stCondLst>
                              <p:cond delay="440"/>
                            </p:stCondLst>
                            <p:childTnLst>
                              <p:set>
                                <p:cBhvr>
                                  <p:cTn id="14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42" dur="500"/>
                                  <p:tgtEl>
                                    <p:spTgt spid="2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3" presetID="10" presetClass="entr" presetSubtype="0" fill="hold" grpId="0" nodeType="withEffect">
                            <p:stCondLst>
                              <p:cond delay="440"/>
                            </p:stCondLst>
                            <p:childTnLst>
                              <p:set>
                                <p:cBhvr>
                                  <p:cTn id="14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45" dur="500"/>
                                  <p:tgtEl>
                                    <p:spTgt spid="2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6" presetID="10" presetClass="entr" presetSubtype="0" fill="hold" grpId="0" nodeType="withEffect">
                            <p:stCondLst>
                              <p:cond delay="440"/>
                            </p:stCondLst>
                            <p:childTnLst>
                              <p:set>
                                <p:cBhvr>
                                  <p:cTn id="14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48" dur="500"/>
                                  <p:tgtEl>
                                    <p:spTgt spid="2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9" presetID="10" presetClass="entr" presetSubtype="0" fill="hold" grpId="0" nodeType="withEffect">
                            <p:stCondLst>
                              <p:cond delay="440"/>
                            </p:stCondLst>
                            <p:childTnLst>
                              <p:set>
                                <p:cBhvr>
                                  <p:cTn id="15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51" dur="500"/>
                                  <p:tgtEl>
                                    <p:spTgt spid="2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2" presetID="10" presetClass="entr" presetSubtype="0" fill="hold" grpId="0" nodeType="withEffect">
                            <p:stCondLst>
                              <p:cond delay="660"/>
                            </p:stCondLst>
                            <p:childTnLst>
                              <p:set>
                                <p:cBhvr>
                                  <p:cTn id="15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54" dur="500"/>
                                  <p:tgtEl>
                                    <p:spTgt spid="2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/>
      <p:bldP spid="10" grpId="0"/>
      <p:bldP spid="11" grpId="0"/>
      <p:bldP spid="12" grpId="0"/>
      <p:bldP spid="13" grpId="0"/>
      <p:bldP spid="14" grpId="0"/>
      <p:bldP spid="15" grpId="0"/>
      <p:bldP spid="16" grpId="0"/>
      <p:bldP spid="17" grpId="0"/>
      <p:bldP spid="18" grpId="0"/>
      <p:bldP spid="19" grpId="0"/>
      <p:bldP spid="20" grpId="0"/>
      <p:bldP spid="21" grpId="0"/>
      <p:bldP spid="22" grpId="0"/>
      <p:bldP spid="23" grpId="0"/>
      <p:bldP spid="24" grpId="0"/>
      <p:bldP spid="25" grpId="0"/>
      <p:bldP spid="26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hromeDot"/>
          <p:cNvSpPr/>
          <p:nvPr/>
        </p:nvSpPr>
        <p:spPr>
          <a:xfrm>
            <a:off x="685800" y="438912"/>
            <a:ext cx="329184" cy="329184"/>
          </a:xfrm>
          <a:prstGeom prst="ellipse">
            <a:avLst/>
          </a:prstGeom>
          <a:solidFill>
            <a:srgbClr val="0F766E"/>
          </a:solidFill>
          <a:ln/>
        </p:spPr>
      </p:sp>
      <p:sp>
        <p:nvSpPr>
          <p:cNvPr id="3" name="chromeNum"/>
          <p:cNvSpPr txBox="1"/>
          <p:nvPr/>
        </p:nvSpPr>
        <p:spPr>
          <a:xfrm>
            <a:off x="685800" y="43891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II</a:t>
            </a:r>
            <a:endParaRPr lang="en-US" sz="1200" dirty="0"/>
          </a:p>
        </p:txBody>
      </p:sp>
      <p:sp>
        <p:nvSpPr>
          <p:cNvPr id="4" name="chromeLabel"/>
          <p:cNvSpPr txBox="1"/>
          <p:nvPr/>
        </p:nvSpPr>
        <p:spPr>
          <a:xfrm>
            <a:off x="1115568" y="438912"/>
            <a:ext cx="5486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60" kern="0" dirty="0">
                <a:solidFill>
                  <a:srgbClr val="0F76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PROS · CONTROL</a:t>
            </a:r>
            <a:endParaRPr lang="en-US" sz="1050" dirty="0"/>
          </a:p>
        </p:txBody>
      </p:sp>
      <p:sp>
        <p:nvSpPr>
          <p:cNvPr id="5" name="rail0"/>
          <p:cNvSpPr/>
          <p:nvPr/>
        </p:nvSpPr>
        <p:spPr>
          <a:xfrm>
            <a:off x="685800" y="6236208"/>
            <a:ext cx="402336" cy="64008"/>
          </a:xfrm>
          <a:prstGeom prst="roundRect">
            <a:avLst>
              <a:gd name="adj" fmla="val 50000"/>
            </a:avLst>
          </a:prstGeom>
          <a:solidFill>
            <a:srgbClr val="DCDEE3"/>
          </a:solidFill>
          <a:ln/>
        </p:spPr>
      </p:sp>
      <p:sp>
        <p:nvSpPr>
          <p:cNvPr id="6" name="rail1"/>
          <p:cNvSpPr/>
          <p:nvPr/>
        </p:nvSpPr>
        <p:spPr>
          <a:xfrm>
            <a:off x="1197864" y="6236208"/>
            <a:ext cx="402336" cy="64008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/>
        </p:spPr>
      </p:sp>
      <p:sp>
        <p:nvSpPr>
          <p:cNvPr id="7" name="rail2"/>
          <p:cNvSpPr/>
          <p:nvPr/>
        </p:nvSpPr>
        <p:spPr>
          <a:xfrm>
            <a:off x="1709928" y="6236208"/>
            <a:ext cx="402336" cy="64008"/>
          </a:xfrm>
          <a:prstGeom prst="roundRect">
            <a:avLst>
              <a:gd name="adj" fmla="val 50000"/>
            </a:avLst>
          </a:prstGeom>
          <a:solidFill>
            <a:srgbClr val="DCDEE3"/>
          </a:solidFill>
          <a:ln/>
        </p:spPr>
      </p:sp>
      <p:sp>
        <p:nvSpPr>
          <p:cNvPr id="8" name="chromePage"/>
          <p:cNvSpPr txBox="1"/>
          <p:nvPr/>
        </p:nvSpPr>
        <p:spPr>
          <a:xfrm>
            <a:off x="10241280" y="6089904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120" kern="0" dirty="0">
                <a:solidFill>
                  <a:srgbClr val="3C445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14</a:t>
            </a:r>
            <a:pPr algn="r" indent="0" marL="0">
              <a:buNone/>
            </a:pPr>
            <a:r>
              <a:rPr lang="en-US" sz="1050" spc="120" kern="0" dirty="0">
                <a:solidFill>
                  <a:srgbClr val="B6BDC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/ 22</a:t>
            </a:r>
            <a:endParaRPr lang="en-US" sz="1050" dirty="0"/>
          </a:p>
        </p:txBody>
      </p:sp>
      <p:sp>
        <p:nvSpPr>
          <p:cNvPr id="9" name="s14_anim001"/>
          <p:cNvSpPr txBox="1"/>
          <p:nvPr/>
        </p:nvSpPr>
        <p:spPr>
          <a:xfrm>
            <a:off x="731520" y="1078992"/>
            <a:ext cx="1072591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15181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Don't rebuild. </a:t>
            </a:r>
            <a:pPr algn="ctr" indent="0" marL="0">
              <a:buNone/>
            </a:pPr>
            <a:r>
              <a:rPr lang="en-US" sz="3400" b="1" dirty="0">
                <a:solidFill>
                  <a:srgbClr val="0F76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Reconfigure.</a:t>
            </a:r>
            <a:endParaRPr lang="en-US" sz="3400" dirty="0"/>
          </a:p>
        </p:txBody>
      </p:sp>
      <p:sp>
        <p:nvSpPr>
          <p:cNvPr id="10" name="s14_anim002"/>
          <p:cNvSpPr txBox="1"/>
          <p:nvPr/>
        </p:nvSpPr>
        <p:spPr>
          <a:xfrm>
            <a:off x="822960" y="206654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80" kern="0" dirty="0">
                <a:solidFill>
                  <a:srgbClr val="8A93A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TO SKIP A TEST</a:t>
            </a:r>
            <a:endParaRPr lang="en-US" sz="1050" dirty="0"/>
          </a:p>
        </p:txBody>
      </p:sp>
      <p:sp>
        <p:nvSpPr>
          <p:cNvPr id="11" name="s14_anim002"/>
          <p:cNvSpPr/>
          <p:nvPr/>
        </p:nvSpPr>
        <p:spPr>
          <a:xfrm>
            <a:off x="822960" y="2395728"/>
            <a:ext cx="2121408" cy="640080"/>
          </a:xfrm>
          <a:prstGeom prst="roundRect">
            <a:avLst>
              <a:gd name="adj" fmla="val 17143"/>
            </a:avLst>
          </a:prstGeom>
          <a:solidFill>
            <a:srgbClr val="E4E7EC"/>
          </a:solidFill>
          <a:ln/>
        </p:spPr>
      </p:sp>
      <p:sp>
        <p:nvSpPr>
          <p:cNvPr id="12" name="s14_anim002"/>
          <p:cNvSpPr txBox="1"/>
          <p:nvPr/>
        </p:nvSpPr>
        <p:spPr>
          <a:xfrm>
            <a:off x="822960" y="2395728"/>
            <a:ext cx="212140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edit Java</a:t>
            </a:r>
            <a:endParaRPr lang="en-US" sz="1500" dirty="0"/>
          </a:p>
        </p:txBody>
      </p:sp>
      <p:sp>
        <p:nvSpPr>
          <p:cNvPr id="13" name="s14_anim002"/>
          <p:cNvSpPr/>
          <p:nvPr/>
        </p:nvSpPr>
        <p:spPr>
          <a:xfrm>
            <a:off x="3108960" y="2395728"/>
            <a:ext cx="2121408" cy="640080"/>
          </a:xfrm>
          <a:prstGeom prst="roundRect">
            <a:avLst>
              <a:gd name="adj" fmla="val 17143"/>
            </a:avLst>
          </a:prstGeom>
          <a:solidFill>
            <a:srgbClr val="E4E7EC"/>
          </a:solidFill>
          <a:ln/>
        </p:spPr>
      </p:sp>
      <p:sp>
        <p:nvSpPr>
          <p:cNvPr id="14" name="s14_anim002"/>
          <p:cNvSpPr txBox="1"/>
          <p:nvPr/>
        </p:nvSpPr>
        <p:spPr>
          <a:xfrm>
            <a:off x="3108960" y="2395728"/>
            <a:ext cx="212140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compile</a:t>
            </a:r>
            <a:endParaRPr lang="en-US" sz="1500" dirty="0"/>
          </a:p>
        </p:txBody>
      </p:sp>
      <p:sp>
        <p:nvSpPr>
          <p:cNvPr id="15" name="s14_anim002"/>
          <p:cNvSpPr/>
          <p:nvPr/>
        </p:nvSpPr>
        <p:spPr>
          <a:xfrm>
            <a:off x="5394960" y="2395728"/>
            <a:ext cx="2121408" cy="640080"/>
          </a:xfrm>
          <a:prstGeom prst="roundRect">
            <a:avLst>
              <a:gd name="adj" fmla="val 17143"/>
            </a:avLst>
          </a:prstGeom>
          <a:solidFill>
            <a:srgbClr val="E4E7EC"/>
          </a:solidFill>
          <a:ln/>
        </p:spPr>
      </p:sp>
      <p:sp>
        <p:nvSpPr>
          <p:cNvPr id="16" name="s14_anim002"/>
          <p:cNvSpPr txBox="1"/>
          <p:nvPr/>
        </p:nvSpPr>
        <p:spPr>
          <a:xfrm>
            <a:off x="5394960" y="2395728"/>
            <a:ext cx="212140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rerun</a:t>
            </a:r>
            <a:endParaRPr lang="en-US" sz="1500" dirty="0"/>
          </a:p>
        </p:txBody>
      </p:sp>
      <p:sp>
        <p:nvSpPr>
          <p:cNvPr id="17" name="s14_anim002"/>
          <p:cNvSpPr txBox="1"/>
          <p:nvPr/>
        </p:nvSpPr>
        <p:spPr>
          <a:xfrm>
            <a:off x="7772400" y="2395728"/>
            <a:ext cx="3657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93A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touch source</a:t>
            </a:r>
            <a:endParaRPr lang="en-US" sz="1500" dirty="0"/>
          </a:p>
        </p:txBody>
      </p:sp>
      <p:sp>
        <p:nvSpPr>
          <p:cNvPr id="18" name="s14_anim003"/>
          <p:cNvSpPr txBox="1"/>
          <p:nvPr/>
        </p:nvSpPr>
        <p:spPr>
          <a:xfrm>
            <a:off x="822960" y="338328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80" kern="0" dirty="0">
                <a:solidFill>
                  <a:srgbClr val="0F76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testng.xml</a:t>
            </a:r>
            <a:endParaRPr lang="en-US" sz="1050" dirty="0"/>
          </a:p>
        </p:txBody>
      </p:sp>
      <p:sp>
        <p:nvSpPr>
          <p:cNvPr id="19" name="s14_anim003"/>
          <p:cNvSpPr/>
          <p:nvPr/>
        </p:nvSpPr>
        <p:spPr>
          <a:xfrm>
            <a:off x="822960" y="3730752"/>
            <a:ext cx="6766560" cy="566928"/>
          </a:xfrm>
          <a:prstGeom prst="roundRect">
            <a:avLst>
              <a:gd name="adj" fmla="val 19355"/>
            </a:avLst>
          </a:prstGeom>
          <a:solidFill>
            <a:srgbClr val="EFF8F7"/>
          </a:solidFill>
          <a:ln w="12700">
            <a:solidFill>
              <a:srgbClr val="3FA9A0"/>
            </a:solidFill>
            <a:prstDash val="solid"/>
          </a:ln>
          <a:effectLst>
            <a:outerShdw sx="100000" sy="100000" kx="0" ky="0" algn="bl" rotWithShape="0" blurRad="177800" dist="38100" dir="5400000">
              <a:srgbClr val="101C28">
                <a:alpha val="9000"/>
              </a:srgbClr>
            </a:outerShdw>
          </a:effectLst>
        </p:spPr>
      </p:sp>
      <p:sp>
        <p:nvSpPr>
          <p:cNvPr id="20" name="s14_anim003"/>
          <p:cNvSpPr txBox="1"/>
          <p:nvPr/>
        </p:nvSpPr>
        <p:spPr>
          <a:xfrm>
            <a:off x="1051560" y="3730752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5181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include: smoke</a:t>
            </a:r>
            <a:endParaRPr lang="en-US" sz="1500" dirty="0"/>
          </a:p>
        </p:txBody>
      </p:sp>
      <p:sp>
        <p:nvSpPr>
          <p:cNvPr id="21" name="s14_anim003"/>
          <p:cNvSpPr txBox="1"/>
          <p:nvPr/>
        </p:nvSpPr>
        <p:spPr>
          <a:xfrm>
            <a:off x="5120640" y="3730752"/>
            <a:ext cx="2286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F76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 tests</a:t>
            </a:r>
            <a:endParaRPr lang="en-US" sz="1600" dirty="0"/>
          </a:p>
        </p:txBody>
      </p:sp>
      <p:sp>
        <p:nvSpPr>
          <p:cNvPr id="22" name="s14_anim003"/>
          <p:cNvSpPr/>
          <p:nvPr/>
        </p:nvSpPr>
        <p:spPr>
          <a:xfrm>
            <a:off x="822960" y="4389120"/>
            <a:ext cx="6766560" cy="566928"/>
          </a:xfrm>
          <a:prstGeom prst="roundRect">
            <a:avLst>
              <a:gd name="adj" fmla="val 19355"/>
            </a:avLst>
          </a:prstGeom>
          <a:solidFill>
            <a:srgbClr val="EFF8F7"/>
          </a:solidFill>
          <a:ln w="12700">
            <a:solidFill>
              <a:srgbClr val="3FA9A0"/>
            </a:solidFill>
            <a:prstDash val="solid"/>
          </a:ln>
          <a:effectLst>
            <a:outerShdw sx="100000" sy="100000" kx="0" ky="0" algn="bl" rotWithShape="0" blurRad="177800" dist="38100" dir="5400000">
              <a:srgbClr val="101C28">
                <a:alpha val="9000"/>
              </a:srgbClr>
            </a:outerShdw>
          </a:effectLst>
        </p:spPr>
      </p:sp>
      <p:sp>
        <p:nvSpPr>
          <p:cNvPr id="23" name="s14_anim003"/>
          <p:cNvSpPr txBox="1"/>
          <p:nvPr/>
        </p:nvSpPr>
        <p:spPr>
          <a:xfrm>
            <a:off x="1051560" y="4389120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5181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include: regression</a:t>
            </a:r>
            <a:endParaRPr lang="en-US" sz="1500" dirty="0"/>
          </a:p>
        </p:txBody>
      </p:sp>
      <p:sp>
        <p:nvSpPr>
          <p:cNvPr id="24" name="s14_anim003"/>
          <p:cNvSpPr txBox="1"/>
          <p:nvPr/>
        </p:nvSpPr>
        <p:spPr>
          <a:xfrm>
            <a:off x="5120640" y="4389120"/>
            <a:ext cx="2286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F76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400 tests</a:t>
            </a:r>
            <a:endParaRPr lang="en-US" sz="1600" dirty="0"/>
          </a:p>
        </p:txBody>
      </p:sp>
      <p:sp>
        <p:nvSpPr>
          <p:cNvPr id="25" name="s14_anim003"/>
          <p:cNvSpPr txBox="1"/>
          <p:nvPr/>
        </p:nvSpPr>
        <p:spPr>
          <a:xfrm>
            <a:off x="7772400" y="3730752"/>
            <a:ext cx="365760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76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same classes</a:t>
            </a:r>
            <a:endParaRPr lang="en-US" sz="1500" dirty="0"/>
          </a:p>
        </p:txBody>
      </p:sp>
      <p:sp>
        <p:nvSpPr>
          <p:cNvPr id="26" name="s14_anim004"/>
          <p:cNvSpPr txBox="1"/>
          <p:nvPr/>
        </p:nvSpPr>
        <p:spPr>
          <a:xfrm>
            <a:off x="731520" y="5212080"/>
            <a:ext cx="107259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8A93A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Listeners plug in the same way: screenshot, log, retry — no test edited.</a:t>
            </a:r>
            <a:endParaRPr lang="en-US" sz="1150" dirty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9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101" presetID="10" presetClass="entr" presetSubtype="0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0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03" dur="50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4" presetID="10" presetClass="entr" presetSubtype="0" fill="hold" grpId="0" nodeType="withEffect">
                            <p:stCondLst>
                              <p:cond delay="220"/>
                            </p:stCondLst>
                            <p:childTnLst>
                              <p:set>
                                <p:cBhvr>
                                  <p:cTn id="10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06" dur="50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7" presetID="10" presetClass="entr" presetSubtype="0" fill="hold" grpId="0" nodeType="withEffect">
                            <p:stCondLst>
                              <p:cond delay="220"/>
                            </p:stCondLst>
                            <p:childTnLst>
                              <p:set>
                                <p:cBhvr>
                                  <p:cTn id="10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09" dur="50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0" presetID="10" presetClass="entr" presetSubtype="0" fill="hold" grpId="0" nodeType="withEffect">
                            <p:stCondLst>
                              <p:cond delay="220"/>
                            </p:stCondLst>
                            <p:childTnLst>
                              <p:set>
                                <p:cBhvr>
                                  <p:cTn id="1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12" dur="50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3" presetID="10" presetClass="entr" presetSubtype="0" fill="hold" grpId="0" nodeType="withEffect">
                            <p:stCondLst>
                              <p:cond delay="220"/>
                            </p:stCondLst>
                            <p:childTnLst>
                              <p:set>
                                <p:cBhvr>
                                  <p:cTn id="1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15" dur="50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6" presetID="10" presetClass="entr" presetSubtype="0" fill="hold" grpId="0" nodeType="withEffect">
                            <p:stCondLst>
                              <p:cond delay="220"/>
                            </p:stCondLst>
                            <p:childTnLst>
                              <p:set>
                                <p:cBhvr>
                                  <p:cTn id="1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18" dur="50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9" presetID="10" presetClass="entr" presetSubtype="0" fill="hold" grpId="0" nodeType="withEffect">
                            <p:stCondLst>
                              <p:cond delay="220"/>
                            </p:stCondLst>
                            <p:childTnLst>
                              <p:set>
                                <p:cBhvr>
                                  <p:cTn id="1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21" dur="50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2" presetID="10" presetClass="entr" presetSubtype="0" fill="hold" grpId="0" nodeType="withEffect">
                            <p:stCondLst>
                              <p:cond delay="220"/>
                            </p:stCondLst>
                            <p:childTnLst>
                              <p:set>
                                <p:cBhvr>
                                  <p:cTn id="1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24" dur="50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5" presetID="10" presetClass="entr" presetSubtype="0" fill="hold" grpId="0" nodeType="withEffect">
                            <p:stCondLst>
                              <p:cond delay="220"/>
                            </p:stCondLst>
                            <p:childTnLst>
                              <p:set>
                                <p:cBhvr>
                                  <p:cTn id="1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27" dur="50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8" presetID="10" presetClass="entr" presetSubtype="0" fill="hold" grpId="0" nodeType="withEffect">
                            <p:stCondLst>
                              <p:cond delay="440"/>
                            </p:stCondLst>
                            <p:childTnLst>
                              <p:set>
                                <p:cBhvr>
                                  <p:cTn id="1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30" dur="50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1" presetID="10" presetClass="entr" presetSubtype="0" fill="hold" grpId="0" nodeType="withEffect">
                            <p:stCondLst>
                              <p:cond delay="440"/>
                            </p:stCondLst>
                            <p:childTnLst>
                              <p:set>
                                <p:cBhvr>
                                  <p:cTn id="1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33" dur="500"/>
                                  <p:tgtEl>
                                    <p:spTgt spid="1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4" presetID="10" presetClass="entr" presetSubtype="0" fill="hold" grpId="0" nodeType="withEffect">
                            <p:stCondLst>
                              <p:cond delay="440"/>
                            </p:stCondLst>
                            <p:childTnLst>
                              <p:set>
                                <p:cBhvr>
                                  <p:cTn id="13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36" dur="500"/>
                                  <p:tgtEl>
                                    <p:spTgt spid="2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7" presetID="10" presetClass="entr" presetSubtype="0" fill="hold" grpId="0" nodeType="withEffect">
                            <p:stCondLst>
                              <p:cond delay="440"/>
                            </p:stCondLst>
                            <p:childTnLst>
                              <p:set>
                                <p:cBhvr>
                                  <p:cTn id="13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39" dur="500"/>
                                  <p:tgtEl>
                                    <p:spTgt spid="2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0" presetID="10" presetClass="entr" presetSubtype="0" fill="hold" grpId="0" nodeType="withEffect">
                            <p:stCondLst>
                              <p:cond delay="440"/>
                            </p:stCondLst>
                            <p:childTnLst>
                              <p:set>
                                <p:cBhvr>
                                  <p:cTn id="14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42" dur="500"/>
                                  <p:tgtEl>
                                    <p:spTgt spid="2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3" presetID="10" presetClass="entr" presetSubtype="0" fill="hold" grpId="0" nodeType="withEffect">
                            <p:stCondLst>
                              <p:cond delay="440"/>
                            </p:stCondLst>
                            <p:childTnLst>
                              <p:set>
                                <p:cBhvr>
                                  <p:cTn id="14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45" dur="500"/>
                                  <p:tgtEl>
                                    <p:spTgt spid="2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6" presetID="10" presetClass="entr" presetSubtype="0" fill="hold" grpId="0" nodeType="withEffect">
                            <p:stCondLst>
                              <p:cond delay="440"/>
                            </p:stCondLst>
                            <p:childTnLst>
                              <p:set>
                                <p:cBhvr>
                                  <p:cTn id="14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48" dur="500"/>
                                  <p:tgtEl>
                                    <p:spTgt spid="2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9" presetID="10" presetClass="entr" presetSubtype="0" fill="hold" grpId="0" nodeType="withEffect">
                            <p:stCondLst>
                              <p:cond delay="440"/>
                            </p:stCondLst>
                            <p:childTnLst>
                              <p:set>
                                <p:cBhvr>
                                  <p:cTn id="15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51" dur="500"/>
                                  <p:tgtEl>
                                    <p:spTgt spid="2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2" presetID="10" presetClass="entr" presetSubtype="0" fill="hold" grpId="0" nodeType="withEffect">
                            <p:stCondLst>
                              <p:cond delay="660"/>
                            </p:stCondLst>
                            <p:childTnLst>
                              <p:set>
                                <p:cBhvr>
                                  <p:cTn id="15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54" dur="500"/>
                                  <p:tgtEl>
                                    <p:spTgt spid="2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/>
      <p:bldP spid="10" grpId="0"/>
      <p:bldP spid="11" grpId="0"/>
      <p:bldP spid="12" grpId="0"/>
      <p:bldP spid="13" grpId="0"/>
      <p:bldP spid="14" grpId="0"/>
      <p:bldP spid="15" grpId="0"/>
      <p:bldP spid="16" grpId="0"/>
      <p:bldP spid="17" grpId="0"/>
      <p:bldP spid="18" grpId="0"/>
      <p:bldP spid="19" grpId="0"/>
      <p:bldP spid="20" grpId="0"/>
      <p:bldP spid="21" grpId="0"/>
      <p:bldP spid="22" grpId="0"/>
      <p:bldP spid="23" grpId="0"/>
      <p:bldP spid="24" grpId="0"/>
      <p:bldP spid="25" grpId="0"/>
      <p:bldP spid="26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hromeDot"/>
          <p:cNvSpPr/>
          <p:nvPr/>
        </p:nvSpPr>
        <p:spPr>
          <a:xfrm>
            <a:off x="685800" y="438912"/>
            <a:ext cx="329184" cy="329184"/>
          </a:xfrm>
          <a:prstGeom prst="ellipse">
            <a:avLst/>
          </a:prstGeom>
          <a:solidFill>
            <a:srgbClr val="0F766E"/>
          </a:solidFill>
          <a:ln/>
        </p:spPr>
      </p:sp>
      <p:sp>
        <p:nvSpPr>
          <p:cNvPr id="3" name="chromeNum"/>
          <p:cNvSpPr txBox="1"/>
          <p:nvPr/>
        </p:nvSpPr>
        <p:spPr>
          <a:xfrm>
            <a:off x="685800" y="43891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II</a:t>
            </a:r>
            <a:endParaRPr lang="en-US" sz="1200" dirty="0"/>
          </a:p>
        </p:txBody>
      </p:sp>
      <p:sp>
        <p:nvSpPr>
          <p:cNvPr id="4" name="chromeLabel"/>
          <p:cNvSpPr txBox="1"/>
          <p:nvPr/>
        </p:nvSpPr>
        <p:spPr>
          <a:xfrm>
            <a:off x="1115568" y="438912"/>
            <a:ext cx="5486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60" kern="0" dirty="0">
                <a:solidFill>
                  <a:srgbClr val="0F76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CONS</a:t>
            </a:r>
            <a:endParaRPr lang="en-US" sz="1050" dirty="0"/>
          </a:p>
        </p:txBody>
      </p:sp>
      <p:sp>
        <p:nvSpPr>
          <p:cNvPr id="5" name="rail0"/>
          <p:cNvSpPr/>
          <p:nvPr/>
        </p:nvSpPr>
        <p:spPr>
          <a:xfrm>
            <a:off x="685800" y="6236208"/>
            <a:ext cx="402336" cy="64008"/>
          </a:xfrm>
          <a:prstGeom prst="roundRect">
            <a:avLst>
              <a:gd name="adj" fmla="val 50000"/>
            </a:avLst>
          </a:prstGeom>
          <a:solidFill>
            <a:srgbClr val="DCDEE3"/>
          </a:solidFill>
          <a:ln/>
        </p:spPr>
      </p:sp>
      <p:sp>
        <p:nvSpPr>
          <p:cNvPr id="6" name="rail1"/>
          <p:cNvSpPr/>
          <p:nvPr/>
        </p:nvSpPr>
        <p:spPr>
          <a:xfrm>
            <a:off x="1197864" y="6236208"/>
            <a:ext cx="402336" cy="64008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/>
        </p:spPr>
      </p:sp>
      <p:sp>
        <p:nvSpPr>
          <p:cNvPr id="7" name="rail2"/>
          <p:cNvSpPr/>
          <p:nvPr/>
        </p:nvSpPr>
        <p:spPr>
          <a:xfrm>
            <a:off x="1709928" y="6236208"/>
            <a:ext cx="402336" cy="64008"/>
          </a:xfrm>
          <a:prstGeom prst="roundRect">
            <a:avLst>
              <a:gd name="adj" fmla="val 50000"/>
            </a:avLst>
          </a:prstGeom>
          <a:solidFill>
            <a:srgbClr val="DCDEE3"/>
          </a:solidFill>
          <a:ln/>
        </p:spPr>
      </p:sp>
      <p:sp>
        <p:nvSpPr>
          <p:cNvPr id="8" name="chromePage"/>
          <p:cNvSpPr txBox="1"/>
          <p:nvPr/>
        </p:nvSpPr>
        <p:spPr>
          <a:xfrm>
            <a:off x="10241280" y="6089904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120" kern="0" dirty="0">
                <a:solidFill>
                  <a:srgbClr val="3C445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</a:t>
            </a:r>
            <a:pPr algn="r" indent="0" marL="0">
              <a:buNone/>
            </a:pPr>
            <a:r>
              <a:rPr lang="en-US" sz="1050" spc="120" kern="0" dirty="0">
                <a:solidFill>
                  <a:srgbClr val="B6BDC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/ 22</a:t>
            </a:r>
            <a:endParaRPr lang="en-US" sz="1050" dirty="0"/>
          </a:p>
        </p:txBody>
      </p:sp>
      <p:sp>
        <p:nvSpPr>
          <p:cNvPr id="9" name="s15_anim001"/>
          <p:cNvSpPr txBox="1"/>
          <p:nvPr/>
        </p:nvSpPr>
        <p:spPr>
          <a:xfrm>
            <a:off x="731520" y="1078992"/>
            <a:ext cx="1072591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15181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it costs</a:t>
            </a:r>
            <a:endParaRPr lang="en-US" sz="3400" dirty="0"/>
          </a:p>
        </p:txBody>
      </p:sp>
      <p:sp>
        <p:nvSpPr>
          <p:cNvPr id="10" name="s15_anim002"/>
          <p:cNvSpPr/>
          <p:nvPr/>
        </p:nvSpPr>
        <p:spPr>
          <a:xfrm>
            <a:off x="792328" y="2331720"/>
            <a:ext cx="5029200" cy="2395728"/>
          </a:xfrm>
          <a:prstGeom prst="roundRect">
            <a:avLst>
              <a:gd name="adj" fmla="val 4962"/>
            </a:avLst>
          </a:prstGeom>
          <a:solidFill>
            <a:srgbClr val="F7F8FA"/>
          </a:solidFill>
          <a:ln w="12700">
            <a:solidFill>
              <a:srgbClr val="E6E9EF"/>
            </a:solidFill>
            <a:prstDash val="solid"/>
          </a:ln>
          <a:effectLst>
            <a:outerShdw sx="100000" sy="100000" kx="0" ky="0" algn="bl" rotWithShape="0" blurRad="177800" dist="38100" dir="5400000">
              <a:srgbClr val="101C28">
                <a:alpha val="9000"/>
              </a:srgbClr>
            </a:outerShdw>
          </a:effectLst>
        </p:spPr>
      </p:sp>
      <p:sp>
        <p:nvSpPr>
          <p:cNvPr id="11" name="s15_anim002"/>
          <p:cNvSpPr txBox="1"/>
          <p:nvPr/>
        </p:nvSpPr>
        <p:spPr>
          <a:xfrm>
            <a:off x="1084936" y="2606040"/>
            <a:ext cx="640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000000"/>
                </a:solidFill>
                <a:latin typeface="Segoe UI Emoji" pitchFamily="34" charset="0"/>
                <a:ea typeface="Segoe UI Emoji" pitchFamily="34" charset="-122"/>
                <a:cs typeface="Segoe UI Emoji" pitchFamily="34" charset="-120"/>
              </a:rPr>
              <a:t>🧩</a:t>
            </a:r>
            <a:endParaRPr lang="en-US" sz="1900" dirty="0"/>
          </a:p>
        </p:txBody>
      </p:sp>
      <p:sp>
        <p:nvSpPr>
          <p:cNvPr id="12" name="s15_anim002"/>
          <p:cNvSpPr txBox="1"/>
          <p:nvPr/>
        </p:nvSpPr>
        <p:spPr>
          <a:xfrm>
            <a:off x="1084936" y="3154680"/>
            <a:ext cx="444398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5181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Complexity</a:t>
            </a:r>
            <a:endParaRPr lang="en-US" sz="1700" dirty="0"/>
          </a:p>
        </p:txBody>
      </p:sp>
      <p:sp>
        <p:nvSpPr>
          <p:cNvPr id="13" name="s15_anim002"/>
          <p:cNvSpPr txBox="1"/>
          <p:nvPr/>
        </p:nvSpPr>
        <p:spPr>
          <a:xfrm>
            <a:off x="1084936" y="3538728"/>
            <a:ext cx="4443984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8A93A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Groups, dependencies, factories, listeners, XML. Powerful combined — and a real learning curve.</a:t>
            </a:r>
            <a:endParaRPr lang="en-US" sz="1250" dirty="0"/>
          </a:p>
          <a:p>
            <a:pPr indent="0" marL="0">
              <a:lnSpc>
                <a:spcPts val="1700"/>
              </a:lnSpc>
              <a:buNone/>
            </a:pPr>
            <a:endParaRPr lang="en-US" sz="12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8A93A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Misused dependencies hide the real failure behind a chain of skips.</a:t>
            </a:r>
            <a:endParaRPr lang="en-US" sz="1250" dirty="0"/>
          </a:p>
        </p:txBody>
      </p:sp>
      <p:sp>
        <p:nvSpPr>
          <p:cNvPr id="14" name="s15_anim003"/>
          <p:cNvSpPr/>
          <p:nvPr/>
        </p:nvSpPr>
        <p:spPr>
          <a:xfrm>
            <a:off x="6370168" y="2331720"/>
            <a:ext cx="5029200" cy="2395728"/>
          </a:xfrm>
          <a:prstGeom prst="roundRect">
            <a:avLst>
              <a:gd name="adj" fmla="val 4962"/>
            </a:avLst>
          </a:prstGeom>
          <a:solidFill>
            <a:srgbClr val="F7F8FA"/>
          </a:solidFill>
          <a:ln w="12700">
            <a:solidFill>
              <a:srgbClr val="E6E9EF"/>
            </a:solidFill>
            <a:prstDash val="solid"/>
          </a:ln>
          <a:effectLst>
            <a:outerShdw sx="100000" sy="100000" kx="0" ky="0" algn="bl" rotWithShape="0" blurRad="177800" dist="38100" dir="5400000">
              <a:srgbClr val="101C28">
                <a:alpha val="9000"/>
              </a:srgbClr>
            </a:outerShdw>
          </a:effectLst>
        </p:spPr>
      </p:sp>
      <p:sp>
        <p:nvSpPr>
          <p:cNvPr id="15" name="s15_anim003"/>
          <p:cNvSpPr txBox="1"/>
          <p:nvPr/>
        </p:nvSpPr>
        <p:spPr>
          <a:xfrm>
            <a:off x="6662776" y="2606040"/>
            <a:ext cx="640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000000"/>
                </a:solidFill>
                <a:latin typeface="Segoe UI Emoji" pitchFamily="34" charset="0"/>
                <a:ea typeface="Segoe UI Emoji" pitchFamily="34" charset="-122"/>
                <a:cs typeface="Segoe UI Emoji" pitchFamily="34" charset="-120"/>
              </a:rPr>
              <a:t>🪨</a:t>
            </a:r>
            <a:endParaRPr lang="en-US" sz="1900" dirty="0"/>
          </a:p>
        </p:txBody>
      </p:sp>
      <p:sp>
        <p:nvSpPr>
          <p:cNvPr id="16" name="s15_anim003"/>
          <p:cNvSpPr txBox="1"/>
          <p:nvPr/>
        </p:nvSpPr>
        <p:spPr>
          <a:xfrm>
            <a:off x="6662776" y="3154680"/>
            <a:ext cx="444398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5181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Overkill for unit tests</a:t>
            </a:r>
            <a:endParaRPr lang="en-US" sz="1700" dirty="0"/>
          </a:p>
        </p:txBody>
      </p:sp>
      <p:sp>
        <p:nvSpPr>
          <p:cNvPr id="17" name="s15_anim003"/>
          <p:cNvSpPr txBox="1"/>
          <p:nvPr/>
        </p:nvSpPr>
        <p:spPr>
          <a:xfrm>
            <a:off x="6662776" y="3538728"/>
            <a:ext cx="4443984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8A93A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One monolithic dependency vs JUnit 5's modular Platform / Jupiter / Vintage.</a:t>
            </a:r>
            <a:endParaRPr lang="en-US" sz="1250" dirty="0"/>
          </a:p>
          <a:p>
            <a:pPr indent="0" marL="0">
              <a:lnSpc>
                <a:spcPts val="1700"/>
              </a:lnSpc>
              <a:buNone/>
            </a:pPr>
            <a:endParaRPr lang="en-US" sz="12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8A93A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If you only write fast isolated unit tests, the orchestration engine is dead weight — and Spring Boot defaults to JUnit 5.</a:t>
            </a:r>
            <a:endParaRPr lang="en-US" sz="1250" dirty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9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101" presetID="10" presetClass="entr" presetSubtype="0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0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03" dur="50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4" presetID="10" presetClass="entr" presetSubtype="0" fill="hold" grpId="0" nodeType="withEffect">
                            <p:stCondLst>
                              <p:cond delay="220"/>
                            </p:stCondLst>
                            <p:childTnLst>
                              <p:set>
                                <p:cBhvr>
                                  <p:cTn id="10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06" dur="50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7" presetID="10" presetClass="entr" presetSubtype="0" fill="hold" grpId="0" nodeType="withEffect">
                            <p:stCondLst>
                              <p:cond delay="220"/>
                            </p:stCondLst>
                            <p:childTnLst>
                              <p:set>
                                <p:cBhvr>
                                  <p:cTn id="10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09" dur="50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0" presetID="10" presetClass="entr" presetSubtype="0" fill="hold" grpId="0" nodeType="withEffect">
                            <p:stCondLst>
                              <p:cond delay="220"/>
                            </p:stCondLst>
                            <p:childTnLst>
                              <p:set>
                                <p:cBhvr>
                                  <p:cTn id="1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12" dur="50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3" presetID="10" presetClass="entr" presetSubtype="0" fill="hold" grpId="0" nodeType="withEffect">
                            <p:stCondLst>
                              <p:cond delay="220"/>
                            </p:stCondLst>
                            <p:childTnLst>
                              <p:set>
                                <p:cBhvr>
                                  <p:cTn id="1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15" dur="50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6" presetID="10" presetClass="entr" presetSubtype="0" fill="hold" grpId="0" nodeType="withEffect">
                            <p:stCondLst>
                              <p:cond delay="440"/>
                            </p:stCondLst>
                            <p:childTnLst>
                              <p:set>
                                <p:cBhvr>
                                  <p:cTn id="1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18" dur="50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9" presetID="10" presetClass="entr" presetSubtype="0" fill="hold" grpId="0" nodeType="withEffect">
                            <p:stCondLst>
                              <p:cond delay="440"/>
                            </p:stCondLst>
                            <p:childTnLst>
                              <p:set>
                                <p:cBhvr>
                                  <p:cTn id="1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21" dur="50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2" presetID="10" presetClass="entr" presetSubtype="0" fill="hold" grpId="0" nodeType="withEffect">
                            <p:stCondLst>
                              <p:cond delay="440"/>
                            </p:stCondLst>
                            <p:childTnLst>
                              <p:set>
                                <p:cBhvr>
                                  <p:cTn id="1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24" dur="50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5" presetID="10" presetClass="entr" presetSubtype="0" fill="hold" grpId="0" nodeType="withEffect">
                            <p:stCondLst>
                              <p:cond delay="440"/>
                            </p:stCondLst>
                            <p:childTnLst>
                              <p:set>
                                <p:cBhvr>
                                  <p:cTn id="1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27" dur="50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/>
      <p:bldP spid="10" grpId="0"/>
      <p:bldP spid="11" grpId="0"/>
      <p:bldP spid="12" grpId="0"/>
      <p:bldP spid="13" grpId="0"/>
      <p:bldP spid="14" grpId="0"/>
      <p:bldP spid="15" grpId="0"/>
      <p:bldP spid="16" grpId="0"/>
      <p:bldP spid="17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hromeDot"/>
          <p:cNvSpPr/>
          <p:nvPr/>
        </p:nvSpPr>
        <p:spPr>
          <a:xfrm>
            <a:off x="685800" y="438912"/>
            <a:ext cx="329184" cy="329184"/>
          </a:xfrm>
          <a:prstGeom prst="ellipse">
            <a:avLst/>
          </a:prstGeom>
          <a:solidFill>
            <a:srgbClr val="0F766E"/>
          </a:solidFill>
          <a:ln/>
        </p:spPr>
      </p:sp>
      <p:sp>
        <p:nvSpPr>
          <p:cNvPr id="3" name="chromeNum"/>
          <p:cNvSpPr txBox="1"/>
          <p:nvPr/>
        </p:nvSpPr>
        <p:spPr>
          <a:xfrm>
            <a:off x="685800" y="43891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II</a:t>
            </a:r>
            <a:endParaRPr lang="en-US" sz="1200" dirty="0"/>
          </a:p>
        </p:txBody>
      </p:sp>
      <p:sp>
        <p:nvSpPr>
          <p:cNvPr id="4" name="chromeLabel"/>
          <p:cNvSpPr txBox="1"/>
          <p:nvPr/>
        </p:nvSpPr>
        <p:spPr>
          <a:xfrm>
            <a:off x="1115568" y="438912"/>
            <a:ext cx="5486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60" kern="0" dirty="0">
                <a:solidFill>
                  <a:srgbClr val="0F76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HIGHLIGHT</a:t>
            </a:r>
            <a:endParaRPr lang="en-US" sz="1050" dirty="0"/>
          </a:p>
        </p:txBody>
      </p:sp>
      <p:sp>
        <p:nvSpPr>
          <p:cNvPr id="5" name="rail0"/>
          <p:cNvSpPr/>
          <p:nvPr/>
        </p:nvSpPr>
        <p:spPr>
          <a:xfrm>
            <a:off x="685800" y="6236208"/>
            <a:ext cx="402336" cy="64008"/>
          </a:xfrm>
          <a:prstGeom prst="roundRect">
            <a:avLst>
              <a:gd name="adj" fmla="val 50000"/>
            </a:avLst>
          </a:prstGeom>
          <a:solidFill>
            <a:srgbClr val="DCDEE3"/>
          </a:solidFill>
          <a:ln/>
        </p:spPr>
      </p:sp>
      <p:sp>
        <p:nvSpPr>
          <p:cNvPr id="6" name="rail1"/>
          <p:cNvSpPr/>
          <p:nvPr/>
        </p:nvSpPr>
        <p:spPr>
          <a:xfrm>
            <a:off x="1197864" y="6236208"/>
            <a:ext cx="402336" cy="64008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/>
        </p:spPr>
      </p:sp>
      <p:sp>
        <p:nvSpPr>
          <p:cNvPr id="7" name="rail2"/>
          <p:cNvSpPr/>
          <p:nvPr/>
        </p:nvSpPr>
        <p:spPr>
          <a:xfrm>
            <a:off x="1709928" y="6236208"/>
            <a:ext cx="402336" cy="64008"/>
          </a:xfrm>
          <a:prstGeom prst="roundRect">
            <a:avLst>
              <a:gd name="adj" fmla="val 50000"/>
            </a:avLst>
          </a:prstGeom>
          <a:solidFill>
            <a:srgbClr val="DCDEE3"/>
          </a:solidFill>
          <a:ln/>
        </p:spPr>
      </p:sp>
      <p:sp>
        <p:nvSpPr>
          <p:cNvPr id="8" name="chromePage"/>
          <p:cNvSpPr txBox="1"/>
          <p:nvPr/>
        </p:nvSpPr>
        <p:spPr>
          <a:xfrm>
            <a:off x="10241280" y="6089904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120" kern="0" dirty="0">
                <a:solidFill>
                  <a:srgbClr val="3C445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16</a:t>
            </a:r>
            <a:pPr algn="r" indent="0" marL="0">
              <a:buNone/>
            </a:pPr>
            <a:r>
              <a:rPr lang="en-US" sz="1050" spc="120" kern="0" dirty="0">
                <a:solidFill>
                  <a:srgbClr val="B6BDC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/ 22</a:t>
            </a:r>
            <a:endParaRPr lang="en-US" sz="1050" dirty="0"/>
          </a:p>
        </p:txBody>
      </p:sp>
      <p:sp>
        <p:nvSpPr>
          <p:cNvPr id="9" name="s16_anim001"/>
          <p:cNvSpPr txBox="1"/>
          <p:nvPr/>
        </p:nvSpPr>
        <p:spPr>
          <a:xfrm>
            <a:off x="731520" y="1078992"/>
            <a:ext cx="1072591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15181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real win: </a:t>
            </a:r>
            <a:pPr algn="ctr" indent="0" marL="0">
              <a:buNone/>
            </a:pPr>
            <a:r>
              <a:rPr lang="en-US" sz="3400" b="1" dirty="0">
                <a:solidFill>
                  <a:srgbClr val="0F76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getting copied</a:t>
            </a:r>
            <a:endParaRPr lang="en-US" sz="3400" dirty="0"/>
          </a:p>
        </p:txBody>
      </p:sp>
      <p:sp>
        <p:nvSpPr>
          <p:cNvPr id="10" name="s16_anim002"/>
          <p:cNvSpPr/>
          <p:nvPr/>
        </p:nvSpPr>
        <p:spPr>
          <a:xfrm>
            <a:off x="1188720" y="3931920"/>
            <a:ext cx="9829800" cy="914"/>
          </a:xfrm>
          <a:prstGeom prst="line">
            <a:avLst/>
          </a:prstGeom>
          <a:noFill/>
          <a:ln w="25400">
            <a:solidFill>
              <a:srgbClr val="DFE3EA"/>
            </a:solidFill>
            <a:prstDash val="solid"/>
          </a:ln>
        </p:spPr>
      </p:sp>
      <p:sp>
        <p:nvSpPr>
          <p:cNvPr id="11" name="s16_anim003"/>
          <p:cNvSpPr/>
          <p:nvPr/>
        </p:nvSpPr>
        <p:spPr>
          <a:xfrm>
            <a:off x="1499616" y="3831336"/>
            <a:ext cx="201168" cy="201168"/>
          </a:xfrm>
          <a:prstGeom prst="ellipse">
            <a:avLst/>
          </a:prstGeom>
          <a:solidFill>
            <a:srgbClr val="0F766E"/>
          </a:solidFill>
          <a:ln/>
        </p:spPr>
      </p:sp>
      <p:sp>
        <p:nvSpPr>
          <p:cNvPr id="12" name="s16_anim003"/>
          <p:cNvSpPr txBox="1"/>
          <p:nvPr/>
        </p:nvSpPr>
        <p:spPr>
          <a:xfrm>
            <a:off x="45720" y="2999232"/>
            <a:ext cx="3108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lnSpc>
                <a:spcPts val="1700"/>
              </a:lnSpc>
              <a:buNone/>
            </a:pPr>
            <a:r>
              <a:rPr lang="en-US" sz="1250" b="1" dirty="0">
                <a:solidFill>
                  <a:srgbClr val="15181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annotations · groups</a:t>
            </a:r>
            <a:endParaRPr lang="en-US" sz="1250" dirty="0"/>
          </a:p>
          <a:p>
            <a:pPr algn="ctr" indent="0" marL="0">
              <a:lnSpc>
                <a:spcPts val="1700"/>
              </a:lnSpc>
              <a:buNone/>
            </a:pPr>
            <a:r>
              <a:rPr lang="en-US" sz="1250" b="1" dirty="0">
                <a:solidFill>
                  <a:srgbClr val="15181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dependencies · parallel</a:t>
            </a:r>
            <a:endParaRPr lang="en-US" sz="1250" dirty="0"/>
          </a:p>
        </p:txBody>
      </p:sp>
      <p:sp>
        <p:nvSpPr>
          <p:cNvPr id="13" name="s16_anim003"/>
          <p:cNvSpPr txBox="1"/>
          <p:nvPr/>
        </p:nvSpPr>
        <p:spPr>
          <a:xfrm>
            <a:off x="502920" y="4187952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0F76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2004</a:t>
            </a:r>
            <a:endParaRPr lang="en-US" sz="2100" dirty="0"/>
          </a:p>
        </p:txBody>
      </p:sp>
      <p:sp>
        <p:nvSpPr>
          <p:cNvPr id="14" name="s16_anim003"/>
          <p:cNvSpPr txBox="1"/>
          <p:nvPr/>
        </p:nvSpPr>
        <p:spPr>
          <a:xfrm>
            <a:off x="502920" y="4599432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8A93A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TestNG</a:t>
            </a:r>
            <a:endParaRPr lang="en-US" sz="1150" dirty="0"/>
          </a:p>
        </p:txBody>
      </p:sp>
      <p:sp>
        <p:nvSpPr>
          <p:cNvPr id="15" name="s16_anim004"/>
          <p:cNvSpPr/>
          <p:nvPr/>
        </p:nvSpPr>
        <p:spPr>
          <a:xfrm>
            <a:off x="4640580" y="3863340"/>
            <a:ext cx="137160" cy="137160"/>
          </a:xfrm>
          <a:prstGeom prst="ellipse">
            <a:avLst/>
          </a:prstGeom>
          <a:solidFill>
            <a:srgbClr val="B6BDC8"/>
          </a:solidFill>
          <a:ln/>
        </p:spPr>
      </p:sp>
      <p:sp>
        <p:nvSpPr>
          <p:cNvPr id="16" name="s16_anim004"/>
          <p:cNvSpPr txBox="1"/>
          <p:nvPr/>
        </p:nvSpPr>
        <p:spPr>
          <a:xfrm>
            <a:off x="3154680" y="3246120"/>
            <a:ext cx="3108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@Test, @Before</a:t>
            </a:r>
            <a:endParaRPr lang="en-US" sz="1250" dirty="0"/>
          </a:p>
        </p:txBody>
      </p:sp>
      <p:sp>
        <p:nvSpPr>
          <p:cNvPr id="17" name="s16_anim004"/>
          <p:cNvSpPr txBox="1"/>
          <p:nvPr/>
        </p:nvSpPr>
        <p:spPr>
          <a:xfrm>
            <a:off x="3611880" y="4187952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C445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2006</a:t>
            </a:r>
            <a:endParaRPr lang="en-US" sz="1800" dirty="0"/>
          </a:p>
        </p:txBody>
      </p:sp>
      <p:sp>
        <p:nvSpPr>
          <p:cNvPr id="18" name="s16_anim004"/>
          <p:cNvSpPr txBox="1"/>
          <p:nvPr/>
        </p:nvSpPr>
        <p:spPr>
          <a:xfrm>
            <a:off x="3611880" y="4599432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8A93A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JUnit 4</a:t>
            </a:r>
            <a:endParaRPr lang="en-US" sz="1150" dirty="0"/>
          </a:p>
        </p:txBody>
      </p:sp>
      <p:sp>
        <p:nvSpPr>
          <p:cNvPr id="19" name="s16_anim005"/>
          <p:cNvSpPr/>
          <p:nvPr/>
        </p:nvSpPr>
        <p:spPr>
          <a:xfrm>
            <a:off x="7749540" y="3863340"/>
            <a:ext cx="137160" cy="137160"/>
          </a:xfrm>
          <a:prstGeom prst="ellipse">
            <a:avLst/>
          </a:prstGeom>
          <a:solidFill>
            <a:srgbClr val="B6BDC8"/>
          </a:solidFill>
          <a:ln/>
        </p:spPr>
      </p:sp>
      <p:sp>
        <p:nvSpPr>
          <p:cNvPr id="20" name="s16_anim005"/>
          <p:cNvSpPr txBox="1"/>
          <p:nvPr/>
        </p:nvSpPr>
        <p:spPr>
          <a:xfrm>
            <a:off x="6263640" y="3246120"/>
            <a:ext cx="3108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@ParameterizedTest · @Tag</a:t>
            </a:r>
            <a:endParaRPr lang="en-US" sz="1250" dirty="0"/>
          </a:p>
        </p:txBody>
      </p:sp>
      <p:sp>
        <p:nvSpPr>
          <p:cNvPr id="21" name="s16_anim005"/>
          <p:cNvSpPr txBox="1"/>
          <p:nvPr/>
        </p:nvSpPr>
        <p:spPr>
          <a:xfrm>
            <a:off x="6720840" y="4187952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C445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2017</a:t>
            </a:r>
            <a:endParaRPr lang="en-US" sz="1800" dirty="0"/>
          </a:p>
        </p:txBody>
      </p:sp>
      <p:sp>
        <p:nvSpPr>
          <p:cNvPr id="22" name="s16_anim005"/>
          <p:cNvSpPr txBox="1"/>
          <p:nvPr/>
        </p:nvSpPr>
        <p:spPr>
          <a:xfrm>
            <a:off x="6720840" y="4599432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8A93A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JUnit 5</a:t>
            </a:r>
            <a:endParaRPr lang="en-US" sz="1150" dirty="0"/>
          </a:p>
        </p:txBody>
      </p:sp>
      <p:sp>
        <p:nvSpPr>
          <p:cNvPr id="23" name="s16_anim006"/>
          <p:cNvSpPr/>
          <p:nvPr/>
        </p:nvSpPr>
        <p:spPr>
          <a:xfrm>
            <a:off x="10538460" y="3863340"/>
            <a:ext cx="137160" cy="137160"/>
          </a:xfrm>
          <a:prstGeom prst="ellipse">
            <a:avLst/>
          </a:prstGeom>
          <a:solidFill>
            <a:srgbClr val="B6BDC8"/>
          </a:solidFill>
          <a:ln/>
        </p:spPr>
      </p:sp>
      <p:sp>
        <p:nvSpPr>
          <p:cNvPr id="24" name="s16_anim006"/>
          <p:cNvSpPr txBox="1"/>
          <p:nvPr/>
        </p:nvSpPr>
        <p:spPr>
          <a:xfrm>
            <a:off x="9052560" y="3246120"/>
            <a:ext cx="3108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parallel execution</a:t>
            </a:r>
            <a:endParaRPr lang="en-US" sz="1250" dirty="0"/>
          </a:p>
        </p:txBody>
      </p:sp>
      <p:sp>
        <p:nvSpPr>
          <p:cNvPr id="25" name="s16_anim006"/>
          <p:cNvSpPr txBox="1"/>
          <p:nvPr/>
        </p:nvSpPr>
        <p:spPr>
          <a:xfrm>
            <a:off x="9509760" y="4187952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C445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2018</a:t>
            </a:r>
            <a:endParaRPr lang="en-US" sz="1800" dirty="0"/>
          </a:p>
        </p:txBody>
      </p:sp>
      <p:sp>
        <p:nvSpPr>
          <p:cNvPr id="26" name="s16_anim006"/>
          <p:cNvSpPr txBox="1"/>
          <p:nvPr/>
        </p:nvSpPr>
        <p:spPr>
          <a:xfrm>
            <a:off x="9509760" y="4599432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8A93A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JUnit 5.3</a:t>
            </a:r>
            <a:endParaRPr lang="en-US" sz="1150" dirty="0"/>
          </a:p>
        </p:txBody>
      </p:sp>
      <p:sp>
        <p:nvSpPr>
          <p:cNvPr id="27" name="s16_anim007"/>
          <p:cNvSpPr txBox="1"/>
          <p:nvPr/>
        </p:nvSpPr>
        <p:spPr>
          <a:xfrm>
            <a:off x="731520" y="5257800"/>
            <a:ext cx="107259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8A93A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14 years for the ecosystem to catch up with the 1.0 feature list</a:t>
            </a:r>
            <a:endParaRPr lang="en-US" sz="1150" dirty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9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101" presetID="10" presetClass="entr" presetSubtype="0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0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03" dur="50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4" presetID="10" presetClass="entr" presetSubtype="0" fill="hold" grpId="0" nodeType="withEffect">
                            <p:stCondLst>
                              <p:cond delay="220"/>
                            </p:stCondLst>
                            <p:childTnLst>
                              <p:set>
                                <p:cBhvr>
                                  <p:cTn id="10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06" dur="50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7" presetID="10" presetClass="entr" presetSubtype="0" fill="hold" grpId="0" nodeType="withEffect">
                            <p:stCondLst>
                              <p:cond delay="440"/>
                            </p:stCondLst>
                            <p:childTnLst>
                              <p:set>
                                <p:cBhvr>
                                  <p:cTn id="10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09" dur="50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0" presetID="10" presetClass="entr" presetSubtype="0" fill="hold" grpId="0" nodeType="withEffect">
                            <p:stCondLst>
                              <p:cond delay="440"/>
                            </p:stCondLst>
                            <p:childTnLst>
                              <p:set>
                                <p:cBhvr>
                                  <p:cTn id="1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12" dur="50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3" presetID="10" presetClass="entr" presetSubtype="0" fill="hold" grpId="0" nodeType="withEffect">
                            <p:stCondLst>
                              <p:cond delay="440"/>
                            </p:stCondLst>
                            <p:childTnLst>
                              <p:set>
                                <p:cBhvr>
                                  <p:cTn id="1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15" dur="50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6" presetID="10" presetClass="entr" presetSubtype="0" fill="hold" grpId="0" nodeType="withEffect">
                            <p:stCondLst>
                              <p:cond delay="440"/>
                            </p:stCondLst>
                            <p:childTnLst>
                              <p:set>
                                <p:cBhvr>
                                  <p:cTn id="1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18" dur="50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9" presetID="10" presetClass="entr" presetSubtype="0" fill="hold" grpId="0" nodeType="withEffect">
                            <p:stCondLst>
                              <p:cond delay="660"/>
                            </p:stCondLst>
                            <p:childTnLst>
                              <p:set>
                                <p:cBhvr>
                                  <p:cTn id="1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21" dur="50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2" presetID="10" presetClass="entr" presetSubtype="0" fill="hold" grpId="0" nodeType="withEffect">
                            <p:stCondLst>
                              <p:cond delay="660"/>
                            </p:stCondLst>
                            <p:childTnLst>
                              <p:set>
                                <p:cBhvr>
                                  <p:cTn id="1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24" dur="50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5" presetID="10" presetClass="entr" presetSubtype="0" fill="hold" grpId="0" nodeType="withEffect">
                            <p:stCondLst>
                              <p:cond delay="660"/>
                            </p:stCondLst>
                            <p:childTnLst>
                              <p:set>
                                <p:cBhvr>
                                  <p:cTn id="1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27" dur="50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8" presetID="10" presetClass="entr" presetSubtype="0" fill="hold" grpId="0" nodeType="withEffect">
                            <p:stCondLst>
                              <p:cond delay="660"/>
                            </p:stCondLst>
                            <p:childTnLst>
                              <p:set>
                                <p:cBhvr>
                                  <p:cTn id="1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30" dur="50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1" presetID="10" presetClass="entr" presetSubtype="0" fill="hold" grpId="0" nodeType="withEffect">
                            <p:stCondLst>
                              <p:cond delay="880"/>
                            </p:stCondLst>
                            <p:childTnLst>
                              <p:set>
                                <p:cBhvr>
                                  <p:cTn id="1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33" dur="500"/>
                                  <p:tgtEl>
                                    <p:spTgt spid="1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4" presetID="10" presetClass="entr" presetSubtype="0" fill="hold" grpId="0" nodeType="withEffect">
                            <p:stCondLst>
                              <p:cond delay="880"/>
                            </p:stCondLst>
                            <p:childTnLst>
                              <p:set>
                                <p:cBhvr>
                                  <p:cTn id="13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36" dur="500"/>
                                  <p:tgtEl>
                                    <p:spTgt spid="2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7" presetID="10" presetClass="entr" presetSubtype="0" fill="hold" grpId="0" nodeType="withEffect">
                            <p:stCondLst>
                              <p:cond delay="880"/>
                            </p:stCondLst>
                            <p:childTnLst>
                              <p:set>
                                <p:cBhvr>
                                  <p:cTn id="13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39" dur="500"/>
                                  <p:tgtEl>
                                    <p:spTgt spid="2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0" presetID="10" presetClass="entr" presetSubtype="0" fill="hold" grpId="0" nodeType="withEffect">
                            <p:stCondLst>
                              <p:cond delay="880"/>
                            </p:stCondLst>
                            <p:childTnLst>
                              <p:set>
                                <p:cBhvr>
                                  <p:cTn id="14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42" dur="500"/>
                                  <p:tgtEl>
                                    <p:spTgt spid="2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3" presetID="10" presetClass="entr" presetSubtype="0" fill="hold" grpId="0" nodeType="withEffect">
                            <p:stCondLst>
                              <p:cond delay="1100"/>
                            </p:stCondLst>
                            <p:childTnLst>
                              <p:set>
                                <p:cBhvr>
                                  <p:cTn id="14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45" dur="500"/>
                                  <p:tgtEl>
                                    <p:spTgt spid="2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6" presetID="10" presetClass="entr" presetSubtype="0" fill="hold" grpId="0" nodeType="withEffect">
                            <p:stCondLst>
                              <p:cond delay="1100"/>
                            </p:stCondLst>
                            <p:childTnLst>
                              <p:set>
                                <p:cBhvr>
                                  <p:cTn id="14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48" dur="500"/>
                                  <p:tgtEl>
                                    <p:spTgt spid="2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9" presetID="10" presetClass="entr" presetSubtype="0" fill="hold" grpId="0" nodeType="withEffect">
                            <p:stCondLst>
                              <p:cond delay="1100"/>
                            </p:stCondLst>
                            <p:childTnLst>
                              <p:set>
                                <p:cBhvr>
                                  <p:cTn id="15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51" dur="500"/>
                                  <p:tgtEl>
                                    <p:spTgt spid="2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2" presetID="10" presetClass="entr" presetSubtype="0" fill="hold" grpId="0" nodeType="withEffect">
                            <p:stCondLst>
                              <p:cond delay="1100"/>
                            </p:stCondLst>
                            <p:childTnLst>
                              <p:set>
                                <p:cBhvr>
                                  <p:cTn id="15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54" dur="500"/>
                                  <p:tgtEl>
                                    <p:spTgt spid="2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5" presetID="10" presetClass="entr" presetSubtype="0" fill="hold" grpId="0" nodeType="withEffect">
                            <p:stCondLst>
                              <p:cond delay="1320"/>
                            </p:stCondLst>
                            <p:childTnLst>
                              <p:set>
                                <p:cBhvr>
                                  <p:cTn id="15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57" dur="500"/>
                                  <p:tgtEl>
                                    <p:spTgt spid="2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/>
      <p:bldP spid="10" grpId="0"/>
      <p:bldP spid="11" grpId="0"/>
      <p:bldP spid="12" grpId="0"/>
      <p:bldP spid="13" grpId="0"/>
      <p:bldP spid="14" grpId="0"/>
      <p:bldP spid="15" grpId="0"/>
      <p:bldP spid="16" grpId="0"/>
      <p:bldP spid="17" grpId="0"/>
      <p:bldP spid="18" grpId="0"/>
      <p:bldP spid="19" grpId="0"/>
      <p:bldP spid="20" grpId="0"/>
      <p:bldP spid="21" grpId="0"/>
      <p:bldP spid="22" grpId="0"/>
      <p:bldP spid="23" grpId="0"/>
      <p:bldP spid="24" grpId="0"/>
      <p:bldP spid="25" grpId="0"/>
      <p:bldP spid="26" grpId="0"/>
      <p:bldP spid="27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417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17_anim001"/>
          <p:cNvSpPr txBox="1"/>
          <p:nvPr/>
        </p:nvSpPr>
        <p:spPr>
          <a:xfrm>
            <a:off x="731520" y="1417320"/>
            <a:ext cx="10725912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800" b="1" spc="400" kern="0" dirty="0">
                <a:solidFill>
                  <a:srgbClr val="6D28D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III</a:t>
            </a:r>
            <a:endParaRPr lang="en-US" sz="12800" dirty="0"/>
          </a:p>
        </p:txBody>
      </p:sp>
      <p:sp>
        <p:nvSpPr>
          <p:cNvPr id="3" name="s17_anim002"/>
          <p:cNvSpPr txBox="1"/>
          <p:nvPr/>
        </p:nvSpPr>
        <p:spPr>
          <a:xfrm>
            <a:off x="731520" y="3611880"/>
            <a:ext cx="1072591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Features  ·  Users  ·  Reference</a:t>
            </a:r>
            <a:endParaRPr lang="en-US" sz="4000" dirty="0"/>
          </a:p>
        </p:txBody>
      </p:sp>
      <p:sp>
        <p:nvSpPr>
          <p:cNvPr id="4" name="s17_anim003"/>
          <p:cNvSpPr/>
          <p:nvPr/>
        </p:nvSpPr>
        <p:spPr>
          <a:xfrm>
            <a:off x="5733288" y="4754880"/>
            <a:ext cx="731520" cy="64008"/>
          </a:xfrm>
          <a:prstGeom prst="roundRect">
            <a:avLst>
              <a:gd name="adj" fmla="val 50000"/>
            </a:avLst>
          </a:prstGeom>
          <a:solidFill>
            <a:srgbClr val="9B6BF2"/>
          </a:solidFill>
          <a:ln/>
        </p:spPr>
      </p:sp>
      <p:sp>
        <p:nvSpPr>
          <p:cNvPr id="5" name="rail0"/>
          <p:cNvSpPr/>
          <p:nvPr/>
        </p:nvSpPr>
        <p:spPr>
          <a:xfrm>
            <a:off x="685800" y="6236208"/>
            <a:ext cx="402336" cy="64008"/>
          </a:xfrm>
          <a:prstGeom prst="roundRect">
            <a:avLst>
              <a:gd name="adj" fmla="val 50000"/>
            </a:avLst>
          </a:prstGeom>
          <a:solidFill>
            <a:srgbClr val="3A3F47"/>
          </a:solidFill>
          <a:ln/>
        </p:spPr>
      </p:sp>
      <p:sp>
        <p:nvSpPr>
          <p:cNvPr id="6" name="rail1"/>
          <p:cNvSpPr/>
          <p:nvPr/>
        </p:nvSpPr>
        <p:spPr>
          <a:xfrm>
            <a:off x="1197864" y="6236208"/>
            <a:ext cx="402336" cy="64008"/>
          </a:xfrm>
          <a:prstGeom prst="roundRect">
            <a:avLst>
              <a:gd name="adj" fmla="val 50000"/>
            </a:avLst>
          </a:prstGeom>
          <a:solidFill>
            <a:srgbClr val="3A3F47"/>
          </a:solidFill>
          <a:ln/>
        </p:spPr>
      </p:sp>
      <p:sp>
        <p:nvSpPr>
          <p:cNvPr id="7" name="rail2"/>
          <p:cNvSpPr/>
          <p:nvPr/>
        </p:nvSpPr>
        <p:spPr>
          <a:xfrm>
            <a:off x="1709928" y="6236208"/>
            <a:ext cx="402336" cy="64008"/>
          </a:xfrm>
          <a:prstGeom prst="roundRect">
            <a:avLst>
              <a:gd name="adj" fmla="val 50000"/>
            </a:avLst>
          </a:prstGeom>
          <a:solidFill>
            <a:srgbClr val="9B6BF2"/>
          </a:solidFill>
          <a:ln/>
        </p:spPr>
      </p:sp>
    </p:spTree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101" presetID="10" presetClass="entr" presetSubtype="0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0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03" dur="500"/>
                                  <p:tgtEl>
                                    <p:spTgt spid="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4" presetID="10" presetClass="entr" presetSubtype="0" fill="hold" grpId="0" nodeType="withEffect">
                            <p:stCondLst>
                              <p:cond delay="220"/>
                            </p:stCondLst>
                            <p:childTnLst>
                              <p:set>
                                <p:cBhvr>
                                  <p:cTn id="10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06" dur="50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7" presetID="10" presetClass="entr" presetSubtype="0" fill="hold" grpId="0" nodeType="withEffect">
                            <p:stCondLst>
                              <p:cond delay="440"/>
                            </p:stCondLst>
                            <p:childTnLst>
                              <p:set>
                                <p:cBhvr>
                                  <p:cTn id="10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09" dur="50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/>
      <p:bldP spid="4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hromeDot"/>
          <p:cNvSpPr/>
          <p:nvPr/>
        </p:nvSpPr>
        <p:spPr>
          <a:xfrm>
            <a:off x="685800" y="438912"/>
            <a:ext cx="329184" cy="329184"/>
          </a:xfrm>
          <a:prstGeom prst="ellipse">
            <a:avLst/>
          </a:prstGeom>
          <a:solidFill>
            <a:srgbClr val="6D28D9"/>
          </a:solidFill>
          <a:ln/>
        </p:spPr>
      </p:sp>
      <p:sp>
        <p:nvSpPr>
          <p:cNvPr id="3" name="chromeNum"/>
          <p:cNvSpPr txBox="1"/>
          <p:nvPr/>
        </p:nvSpPr>
        <p:spPr>
          <a:xfrm>
            <a:off x="685800" y="43891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III</a:t>
            </a:r>
            <a:endParaRPr lang="en-US" sz="1200" dirty="0"/>
          </a:p>
        </p:txBody>
      </p:sp>
      <p:sp>
        <p:nvSpPr>
          <p:cNvPr id="4" name="chromeLabel"/>
          <p:cNvSpPr txBox="1"/>
          <p:nvPr/>
        </p:nvSpPr>
        <p:spPr>
          <a:xfrm>
            <a:off x="1115568" y="438912"/>
            <a:ext cx="5486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60" kern="0" dirty="0">
                <a:solidFill>
                  <a:srgbClr val="6D28D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FEATURES</a:t>
            </a:r>
            <a:endParaRPr lang="en-US" sz="1050" dirty="0"/>
          </a:p>
        </p:txBody>
      </p:sp>
      <p:sp>
        <p:nvSpPr>
          <p:cNvPr id="5" name="rail0"/>
          <p:cNvSpPr/>
          <p:nvPr/>
        </p:nvSpPr>
        <p:spPr>
          <a:xfrm>
            <a:off x="685800" y="6236208"/>
            <a:ext cx="402336" cy="64008"/>
          </a:xfrm>
          <a:prstGeom prst="roundRect">
            <a:avLst>
              <a:gd name="adj" fmla="val 50000"/>
            </a:avLst>
          </a:prstGeom>
          <a:solidFill>
            <a:srgbClr val="DCDEE3"/>
          </a:solidFill>
          <a:ln/>
        </p:spPr>
      </p:sp>
      <p:sp>
        <p:nvSpPr>
          <p:cNvPr id="6" name="rail1"/>
          <p:cNvSpPr/>
          <p:nvPr/>
        </p:nvSpPr>
        <p:spPr>
          <a:xfrm>
            <a:off x="1197864" y="6236208"/>
            <a:ext cx="402336" cy="64008"/>
          </a:xfrm>
          <a:prstGeom prst="roundRect">
            <a:avLst>
              <a:gd name="adj" fmla="val 50000"/>
            </a:avLst>
          </a:prstGeom>
          <a:solidFill>
            <a:srgbClr val="DCDEE3"/>
          </a:solidFill>
          <a:ln/>
        </p:spPr>
      </p:sp>
      <p:sp>
        <p:nvSpPr>
          <p:cNvPr id="7" name="rail2"/>
          <p:cNvSpPr/>
          <p:nvPr/>
        </p:nvSpPr>
        <p:spPr>
          <a:xfrm>
            <a:off x="1709928" y="6236208"/>
            <a:ext cx="402336" cy="64008"/>
          </a:xfrm>
          <a:prstGeom prst="roundRect">
            <a:avLst>
              <a:gd name="adj" fmla="val 50000"/>
            </a:avLst>
          </a:prstGeom>
          <a:solidFill>
            <a:srgbClr val="6D28D9"/>
          </a:solidFill>
          <a:ln/>
        </p:spPr>
      </p:sp>
      <p:sp>
        <p:nvSpPr>
          <p:cNvPr id="8" name="chromePage"/>
          <p:cNvSpPr txBox="1"/>
          <p:nvPr/>
        </p:nvSpPr>
        <p:spPr>
          <a:xfrm>
            <a:off x="10241280" y="6089904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120" kern="0" dirty="0">
                <a:solidFill>
                  <a:srgbClr val="3C445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pPr algn="r" indent="0" marL="0">
              <a:buNone/>
            </a:pPr>
            <a:r>
              <a:rPr lang="en-US" sz="1050" spc="120" kern="0" dirty="0">
                <a:solidFill>
                  <a:srgbClr val="B6BDC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/ 22</a:t>
            </a:r>
            <a:endParaRPr lang="en-US" sz="1050" dirty="0"/>
          </a:p>
        </p:txBody>
      </p:sp>
      <p:sp>
        <p:nvSpPr>
          <p:cNvPr id="9" name="s18_anim001"/>
          <p:cNvSpPr txBox="1"/>
          <p:nvPr/>
        </p:nvSpPr>
        <p:spPr>
          <a:xfrm>
            <a:off x="731520" y="1078992"/>
            <a:ext cx="1072591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15181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Annotation-driven lifecycle</a:t>
            </a:r>
            <a:endParaRPr lang="en-US" sz="3400" dirty="0"/>
          </a:p>
        </p:txBody>
      </p:sp>
      <p:sp>
        <p:nvSpPr>
          <p:cNvPr id="10" name="s18_anim002"/>
          <p:cNvSpPr/>
          <p:nvPr/>
        </p:nvSpPr>
        <p:spPr>
          <a:xfrm>
            <a:off x="298552" y="2212848"/>
            <a:ext cx="1207008" cy="475488"/>
          </a:xfrm>
          <a:prstGeom prst="roundRect">
            <a:avLst>
              <a:gd name="adj" fmla="val 50000"/>
            </a:avLst>
          </a:prstGeom>
          <a:solidFill>
            <a:srgbClr val="6D28D9"/>
          </a:solidFill>
          <a:ln w="12700">
            <a:solidFill>
              <a:srgbClr val="6D28D9"/>
            </a:solidFill>
            <a:prstDash val="solid"/>
          </a:ln>
        </p:spPr>
      </p:sp>
      <p:sp>
        <p:nvSpPr>
          <p:cNvPr id="11" name="s18_anim002"/>
          <p:cNvSpPr txBox="1"/>
          <p:nvPr/>
        </p:nvSpPr>
        <p:spPr>
          <a:xfrm>
            <a:off x="298552" y="2212848"/>
            <a:ext cx="120700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@BeforeSuite</a:t>
            </a:r>
            <a:endParaRPr lang="en-US" sz="1000" dirty="0"/>
          </a:p>
        </p:txBody>
      </p:sp>
      <p:sp>
        <p:nvSpPr>
          <p:cNvPr id="12" name="s18_anim002"/>
          <p:cNvSpPr/>
          <p:nvPr/>
        </p:nvSpPr>
        <p:spPr>
          <a:xfrm>
            <a:off x="1597000" y="2212848"/>
            <a:ext cx="1207008" cy="47548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6E9EF"/>
            </a:solidFill>
            <a:prstDash val="solid"/>
          </a:ln>
        </p:spPr>
      </p:sp>
      <p:sp>
        <p:nvSpPr>
          <p:cNvPr id="13" name="s18_anim002"/>
          <p:cNvSpPr txBox="1"/>
          <p:nvPr/>
        </p:nvSpPr>
        <p:spPr>
          <a:xfrm>
            <a:off x="1597000" y="2212848"/>
            <a:ext cx="120700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C44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@BeforeTest</a:t>
            </a:r>
            <a:endParaRPr lang="en-US" sz="1000" dirty="0"/>
          </a:p>
        </p:txBody>
      </p:sp>
      <p:sp>
        <p:nvSpPr>
          <p:cNvPr id="14" name="s18_anim002"/>
          <p:cNvSpPr/>
          <p:nvPr/>
        </p:nvSpPr>
        <p:spPr>
          <a:xfrm>
            <a:off x="2895448" y="2212848"/>
            <a:ext cx="1207008" cy="47548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6E9EF"/>
            </a:solidFill>
            <a:prstDash val="solid"/>
          </a:ln>
        </p:spPr>
      </p:sp>
      <p:sp>
        <p:nvSpPr>
          <p:cNvPr id="15" name="s18_anim002"/>
          <p:cNvSpPr txBox="1"/>
          <p:nvPr/>
        </p:nvSpPr>
        <p:spPr>
          <a:xfrm>
            <a:off x="2895448" y="2212848"/>
            <a:ext cx="120700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C44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@BeforeClass</a:t>
            </a:r>
            <a:endParaRPr lang="en-US" sz="1000" dirty="0"/>
          </a:p>
        </p:txBody>
      </p:sp>
      <p:sp>
        <p:nvSpPr>
          <p:cNvPr id="16" name="s18_anim002"/>
          <p:cNvSpPr/>
          <p:nvPr/>
        </p:nvSpPr>
        <p:spPr>
          <a:xfrm>
            <a:off x="4193896" y="2212848"/>
            <a:ext cx="1207008" cy="47548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6E9EF"/>
            </a:solidFill>
            <a:prstDash val="solid"/>
          </a:ln>
        </p:spPr>
      </p:sp>
      <p:sp>
        <p:nvSpPr>
          <p:cNvPr id="17" name="s18_anim002"/>
          <p:cNvSpPr txBox="1"/>
          <p:nvPr/>
        </p:nvSpPr>
        <p:spPr>
          <a:xfrm>
            <a:off x="4193896" y="2212848"/>
            <a:ext cx="120700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C44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@BeforeMethod</a:t>
            </a:r>
            <a:endParaRPr lang="en-US" sz="1000" dirty="0"/>
          </a:p>
        </p:txBody>
      </p:sp>
      <p:sp>
        <p:nvSpPr>
          <p:cNvPr id="18" name="s18_anim002"/>
          <p:cNvSpPr/>
          <p:nvPr/>
        </p:nvSpPr>
        <p:spPr>
          <a:xfrm>
            <a:off x="5492344" y="2212848"/>
            <a:ext cx="1207008" cy="475488"/>
          </a:xfrm>
          <a:prstGeom prst="roundRect">
            <a:avLst>
              <a:gd name="adj" fmla="val 50000"/>
            </a:avLst>
          </a:prstGeom>
          <a:solidFill>
            <a:srgbClr val="6D28D9"/>
          </a:solidFill>
          <a:ln w="12700">
            <a:solidFill>
              <a:srgbClr val="6D28D9"/>
            </a:solidFill>
            <a:prstDash val="solid"/>
          </a:ln>
        </p:spPr>
      </p:sp>
      <p:sp>
        <p:nvSpPr>
          <p:cNvPr id="19" name="s18_anim002"/>
          <p:cNvSpPr txBox="1"/>
          <p:nvPr/>
        </p:nvSpPr>
        <p:spPr>
          <a:xfrm>
            <a:off x="5492344" y="2212848"/>
            <a:ext cx="120700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@Test</a:t>
            </a:r>
            <a:endParaRPr lang="en-US" sz="1000" dirty="0"/>
          </a:p>
        </p:txBody>
      </p:sp>
      <p:sp>
        <p:nvSpPr>
          <p:cNvPr id="20" name="s18_anim002"/>
          <p:cNvSpPr/>
          <p:nvPr/>
        </p:nvSpPr>
        <p:spPr>
          <a:xfrm>
            <a:off x="6790792" y="2212848"/>
            <a:ext cx="1207008" cy="47548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6E9EF"/>
            </a:solidFill>
            <a:prstDash val="solid"/>
          </a:ln>
        </p:spPr>
      </p:sp>
      <p:sp>
        <p:nvSpPr>
          <p:cNvPr id="21" name="s18_anim002"/>
          <p:cNvSpPr txBox="1"/>
          <p:nvPr/>
        </p:nvSpPr>
        <p:spPr>
          <a:xfrm>
            <a:off x="6790792" y="2212848"/>
            <a:ext cx="120700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C44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@AfterMethod</a:t>
            </a:r>
            <a:endParaRPr lang="en-US" sz="1000" dirty="0"/>
          </a:p>
        </p:txBody>
      </p:sp>
      <p:sp>
        <p:nvSpPr>
          <p:cNvPr id="22" name="s18_anim002"/>
          <p:cNvSpPr/>
          <p:nvPr/>
        </p:nvSpPr>
        <p:spPr>
          <a:xfrm>
            <a:off x="8089240" y="2212848"/>
            <a:ext cx="1207008" cy="47548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6E9EF"/>
            </a:solidFill>
            <a:prstDash val="solid"/>
          </a:ln>
        </p:spPr>
      </p:sp>
      <p:sp>
        <p:nvSpPr>
          <p:cNvPr id="23" name="s18_anim002"/>
          <p:cNvSpPr txBox="1"/>
          <p:nvPr/>
        </p:nvSpPr>
        <p:spPr>
          <a:xfrm>
            <a:off x="8089240" y="2212848"/>
            <a:ext cx="120700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C44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@AfterClass</a:t>
            </a:r>
            <a:endParaRPr lang="en-US" sz="1000" dirty="0"/>
          </a:p>
        </p:txBody>
      </p:sp>
      <p:sp>
        <p:nvSpPr>
          <p:cNvPr id="24" name="s18_anim002"/>
          <p:cNvSpPr/>
          <p:nvPr/>
        </p:nvSpPr>
        <p:spPr>
          <a:xfrm>
            <a:off x="9387688" y="2212848"/>
            <a:ext cx="1207008" cy="47548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6E9EF"/>
            </a:solidFill>
            <a:prstDash val="solid"/>
          </a:ln>
        </p:spPr>
      </p:sp>
      <p:sp>
        <p:nvSpPr>
          <p:cNvPr id="25" name="s18_anim002"/>
          <p:cNvSpPr txBox="1"/>
          <p:nvPr/>
        </p:nvSpPr>
        <p:spPr>
          <a:xfrm>
            <a:off x="9387688" y="2212848"/>
            <a:ext cx="120700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C44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@AfterTest</a:t>
            </a:r>
            <a:endParaRPr lang="en-US" sz="1000" dirty="0"/>
          </a:p>
        </p:txBody>
      </p:sp>
      <p:sp>
        <p:nvSpPr>
          <p:cNvPr id="26" name="s18_anim002"/>
          <p:cNvSpPr/>
          <p:nvPr/>
        </p:nvSpPr>
        <p:spPr>
          <a:xfrm>
            <a:off x="10686136" y="2212848"/>
            <a:ext cx="1207008" cy="475488"/>
          </a:xfrm>
          <a:prstGeom prst="roundRect">
            <a:avLst>
              <a:gd name="adj" fmla="val 50000"/>
            </a:avLst>
          </a:prstGeom>
          <a:solidFill>
            <a:srgbClr val="6D28D9"/>
          </a:solidFill>
          <a:ln w="12700">
            <a:solidFill>
              <a:srgbClr val="6D28D9"/>
            </a:solidFill>
            <a:prstDash val="solid"/>
          </a:ln>
        </p:spPr>
      </p:sp>
      <p:sp>
        <p:nvSpPr>
          <p:cNvPr id="27" name="s18_anim002"/>
          <p:cNvSpPr txBox="1"/>
          <p:nvPr/>
        </p:nvSpPr>
        <p:spPr>
          <a:xfrm>
            <a:off x="10686136" y="2212848"/>
            <a:ext cx="120700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@AfterSuite</a:t>
            </a:r>
            <a:endParaRPr lang="en-US" sz="1000" dirty="0"/>
          </a:p>
        </p:txBody>
      </p:sp>
      <p:sp>
        <p:nvSpPr>
          <p:cNvPr id="28" name="s18_anim003"/>
          <p:cNvSpPr/>
          <p:nvPr/>
        </p:nvSpPr>
        <p:spPr>
          <a:xfrm>
            <a:off x="572872" y="3154680"/>
            <a:ext cx="2514600" cy="1508760"/>
          </a:xfrm>
          <a:prstGeom prst="roundRect">
            <a:avLst>
              <a:gd name="adj" fmla="val 7879"/>
            </a:avLst>
          </a:prstGeom>
          <a:solidFill>
            <a:srgbClr val="F7F8FA"/>
          </a:solidFill>
          <a:ln w="12700">
            <a:solidFill>
              <a:srgbClr val="E6E9EF"/>
            </a:solidFill>
            <a:prstDash val="solid"/>
          </a:ln>
          <a:effectLst>
            <a:outerShdw sx="100000" sy="100000" kx="0" ky="0" algn="bl" rotWithShape="0" blurRad="177800" dist="38100" dir="5400000">
              <a:srgbClr val="101C28">
                <a:alpha val="9000"/>
              </a:srgbClr>
            </a:outerShdw>
          </a:effectLst>
        </p:spPr>
      </p:sp>
      <p:sp>
        <p:nvSpPr>
          <p:cNvPr id="29" name="s18_anim003"/>
          <p:cNvSpPr txBox="1"/>
          <p:nvPr/>
        </p:nvSpPr>
        <p:spPr>
          <a:xfrm>
            <a:off x="865480" y="3429000"/>
            <a:ext cx="19293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181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Groups</a:t>
            </a:r>
            <a:endParaRPr lang="en-US" sz="1600" dirty="0"/>
          </a:p>
        </p:txBody>
      </p:sp>
      <p:sp>
        <p:nvSpPr>
          <p:cNvPr id="30" name="s18_anim003"/>
          <p:cNvSpPr txBox="1"/>
          <p:nvPr/>
        </p:nvSpPr>
        <p:spPr>
          <a:xfrm>
            <a:off x="865480" y="3767328"/>
            <a:ext cx="19293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8A93A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smoke · regression</a:t>
            </a:r>
            <a:endParaRPr lang="en-US" sz="1150" dirty="0"/>
          </a:p>
        </p:txBody>
      </p:sp>
      <p:sp>
        <p:nvSpPr>
          <p:cNvPr id="31" name="s18_anim004"/>
          <p:cNvSpPr/>
          <p:nvPr/>
        </p:nvSpPr>
        <p:spPr>
          <a:xfrm>
            <a:off x="3416656" y="3154680"/>
            <a:ext cx="2514600" cy="1508760"/>
          </a:xfrm>
          <a:prstGeom prst="roundRect">
            <a:avLst>
              <a:gd name="adj" fmla="val 7879"/>
            </a:avLst>
          </a:prstGeom>
          <a:solidFill>
            <a:srgbClr val="F7F8FA"/>
          </a:solidFill>
          <a:ln w="12700">
            <a:solidFill>
              <a:srgbClr val="E6E9EF"/>
            </a:solidFill>
            <a:prstDash val="solid"/>
          </a:ln>
          <a:effectLst>
            <a:outerShdw sx="100000" sy="100000" kx="0" ky="0" algn="bl" rotWithShape="0" blurRad="177800" dist="38100" dir="5400000">
              <a:srgbClr val="101C28">
                <a:alpha val="9000"/>
              </a:srgbClr>
            </a:outerShdw>
          </a:effectLst>
        </p:spPr>
      </p:sp>
      <p:sp>
        <p:nvSpPr>
          <p:cNvPr id="32" name="s18_anim004"/>
          <p:cNvSpPr txBox="1"/>
          <p:nvPr/>
        </p:nvSpPr>
        <p:spPr>
          <a:xfrm>
            <a:off x="3709264" y="3429000"/>
            <a:ext cx="19293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181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@DataProvider</a:t>
            </a:r>
            <a:endParaRPr lang="en-US" sz="1600" dirty="0"/>
          </a:p>
        </p:txBody>
      </p:sp>
      <p:sp>
        <p:nvSpPr>
          <p:cNvPr id="33" name="s18_anim004"/>
          <p:cNvSpPr txBox="1"/>
          <p:nvPr/>
        </p:nvSpPr>
        <p:spPr>
          <a:xfrm>
            <a:off x="3709264" y="3767328"/>
            <a:ext cx="19293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8A93A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one test, many datasets</a:t>
            </a:r>
            <a:endParaRPr lang="en-US" sz="1150" dirty="0"/>
          </a:p>
        </p:txBody>
      </p:sp>
      <p:sp>
        <p:nvSpPr>
          <p:cNvPr id="34" name="s18_anim005"/>
          <p:cNvSpPr/>
          <p:nvPr/>
        </p:nvSpPr>
        <p:spPr>
          <a:xfrm>
            <a:off x="6260440" y="3154680"/>
            <a:ext cx="2514600" cy="1508760"/>
          </a:xfrm>
          <a:prstGeom prst="roundRect">
            <a:avLst>
              <a:gd name="adj" fmla="val 7879"/>
            </a:avLst>
          </a:prstGeom>
          <a:solidFill>
            <a:srgbClr val="F7F8FA"/>
          </a:solidFill>
          <a:ln w="12700">
            <a:solidFill>
              <a:srgbClr val="E6E9EF"/>
            </a:solidFill>
            <a:prstDash val="solid"/>
          </a:ln>
          <a:effectLst>
            <a:outerShdw sx="100000" sy="100000" kx="0" ky="0" algn="bl" rotWithShape="0" blurRad="177800" dist="38100" dir="5400000">
              <a:srgbClr val="101C28">
                <a:alpha val="9000"/>
              </a:srgbClr>
            </a:outerShdw>
          </a:effectLst>
        </p:spPr>
      </p:sp>
      <p:sp>
        <p:nvSpPr>
          <p:cNvPr id="35" name="s18_anim005"/>
          <p:cNvSpPr txBox="1"/>
          <p:nvPr/>
        </p:nvSpPr>
        <p:spPr>
          <a:xfrm>
            <a:off x="6553048" y="3429000"/>
            <a:ext cx="19293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181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@Factory</a:t>
            </a:r>
            <a:endParaRPr lang="en-US" sz="1600" dirty="0"/>
          </a:p>
        </p:txBody>
      </p:sp>
      <p:sp>
        <p:nvSpPr>
          <p:cNvPr id="36" name="s18_anim005"/>
          <p:cNvSpPr txBox="1"/>
          <p:nvPr/>
        </p:nvSpPr>
        <p:spPr>
          <a:xfrm>
            <a:off x="6553048" y="3767328"/>
            <a:ext cx="19293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8A93A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many instances, one class</a:t>
            </a:r>
            <a:endParaRPr lang="en-US" sz="1150" dirty="0"/>
          </a:p>
        </p:txBody>
      </p:sp>
      <p:sp>
        <p:nvSpPr>
          <p:cNvPr id="37" name="s18_anim006"/>
          <p:cNvSpPr/>
          <p:nvPr/>
        </p:nvSpPr>
        <p:spPr>
          <a:xfrm>
            <a:off x="9104224" y="3154680"/>
            <a:ext cx="2514600" cy="1508760"/>
          </a:xfrm>
          <a:prstGeom prst="roundRect">
            <a:avLst>
              <a:gd name="adj" fmla="val 7879"/>
            </a:avLst>
          </a:prstGeom>
          <a:solidFill>
            <a:srgbClr val="F7F8FA"/>
          </a:solidFill>
          <a:ln w="12700">
            <a:solidFill>
              <a:srgbClr val="E6E9EF"/>
            </a:solidFill>
            <a:prstDash val="solid"/>
          </a:ln>
          <a:effectLst>
            <a:outerShdw sx="100000" sy="100000" kx="0" ky="0" algn="bl" rotWithShape="0" blurRad="177800" dist="38100" dir="5400000">
              <a:srgbClr val="101C28">
                <a:alpha val="9000"/>
              </a:srgbClr>
            </a:outerShdw>
          </a:effectLst>
        </p:spPr>
      </p:sp>
      <p:sp>
        <p:nvSpPr>
          <p:cNvPr id="38" name="s18_anim006"/>
          <p:cNvSpPr txBox="1"/>
          <p:nvPr/>
        </p:nvSpPr>
        <p:spPr>
          <a:xfrm>
            <a:off x="9396832" y="3429000"/>
            <a:ext cx="19293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181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Listeners</a:t>
            </a:r>
            <a:endParaRPr lang="en-US" sz="1600" dirty="0"/>
          </a:p>
        </p:txBody>
      </p:sp>
      <p:sp>
        <p:nvSpPr>
          <p:cNvPr id="39" name="s18_anim006"/>
          <p:cNvSpPr txBox="1"/>
          <p:nvPr/>
        </p:nvSpPr>
        <p:spPr>
          <a:xfrm>
            <a:off x="9396832" y="3767328"/>
            <a:ext cx="19293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8A93A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screenshot · log · retry</a:t>
            </a:r>
            <a:endParaRPr lang="en-US" sz="1150" dirty="0"/>
          </a:p>
        </p:txBody>
      </p:sp>
      <p:sp>
        <p:nvSpPr>
          <p:cNvPr id="40" name="s18_anim007"/>
          <p:cNvSpPr txBox="1"/>
          <p:nvPr/>
        </p:nvSpPr>
        <p:spPr>
          <a:xfrm>
            <a:off x="731520" y="5029200"/>
            <a:ext cx="107259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8A93A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Four lifecycle levels: suite → test → class → method</a:t>
            </a:r>
            <a:endParaRPr lang="en-US" sz="1150" dirty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9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101" presetID="10" presetClass="entr" presetSubtype="0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0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03" dur="50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4" presetID="10" presetClass="entr" presetSubtype="0" fill="hold" grpId="0" nodeType="withEffect">
                            <p:stCondLst>
                              <p:cond delay="220"/>
                            </p:stCondLst>
                            <p:childTnLst>
                              <p:set>
                                <p:cBhvr>
                                  <p:cTn id="10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06" dur="50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7" presetID="10" presetClass="entr" presetSubtype="0" fill="hold" grpId="0" nodeType="withEffect">
                            <p:stCondLst>
                              <p:cond delay="220"/>
                            </p:stCondLst>
                            <p:childTnLst>
                              <p:set>
                                <p:cBhvr>
                                  <p:cTn id="10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09" dur="50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0" presetID="10" presetClass="entr" presetSubtype="0" fill="hold" grpId="0" nodeType="withEffect">
                            <p:stCondLst>
                              <p:cond delay="220"/>
                            </p:stCondLst>
                            <p:childTnLst>
                              <p:set>
                                <p:cBhvr>
                                  <p:cTn id="1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12" dur="50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3" presetID="10" presetClass="entr" presetSubtype="0" fill="hold" grpId="0" nodeType="withEffect">
                            <p:stCondLst>
                              <p:cond delay="220"/>
                            </p:stCondLst>
                            <p:childTnLst>
                              <p:set>
                                <p:cBhvr>
                                  <p:cTn id="1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15" dur="50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6" presetID="10" presetClass="entr" presetSubtype="0" fill="hold" grpId="0" nodeType="withEffect">
                            <p:stCondLst>
                              <p:cond delay="220"/>
                            </p:stCondLst>
                            <p:childTnLst>
                              <p:set>
                                <p:cBhvr>
                                  <p:cTn id="1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18" dur="50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9" presetID="10" presetClass="entr" presetSubtype="0" fill="hold" grpId="0" nodeType="withEffect">
                            <p:stCondLst>
                              <p:cond delay="220"/>
                            </p:stCondLst>
                            <p:childTnLst>
                              <p:set>
                                <p:cBhvr>
                                  <p:cTn id="1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21" dur="50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2" presetID="10" presetClass="entr" presetSubtype="0" fill="hold" grpId="0" nodeType="withEffect">
                            <p:stCondLst>
                              <p:cond delay="220"/>
                            </p:stCondLst>
                            <p:childTnLst>
                              <p:set>
                                <p:cBhvr>
                                  <p:cTn id="1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24" dur="50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5" presetID="10" presetClass="entr" presetSubtype="0" fill="hold" grpId="0" nodeType="withEffect">
                            <p:stCondLst>
                              <p:cond delay="220"/>
                            </p:stCondLst>
                            <p:childTnLst>
                              <p:set>
                                <p:cBhvr>
                                  <p:cTn id="1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27" dur="50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8" presetID="10" presetClass="entr" presetSubtype="0" fill="hold" grpId="0" nodeType="withEffect">
                            <p:stCondLst>
                              <p:cond delay="220"/>
                            </p:stCondLst>
                            <p:childTnLst>
                              <p:set>
                                <p:cBhvr>
                                  <p:cTn id="1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30" dur="50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1" presetID="10" presetClass="entr" presetSubtype="0" fill="hold" grpId="0" nodeType="withEffect">
                            <p:stCondLst>
                              <p:cond delay="220"/>
                            </p:stCondLst>
                            <p:childTnLst>
                              <p:set>
                                <p:cBhvr>
                                  <p:cTn id="1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33" dur="500"/>
                                  <p:tgtEl>
                                    <p:spTgt spid="1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4" presetID="10" presetClass="entr" presetSubtype="0" fill="hold" grpId="0" nodeType="withEffect">
                            <p:stCondLst>
                              <p:cond delay="220"/>
                            </p:stCondLst>
                            <p:childTnLst>
                              <p:set>
                                <p:cBhvr>
                                  <p:cTn id="13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36" dur="500"/>
                                  <p:tgtEl>
                                    <p:spTgt spid="2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7" presetID="10" presetClass="entr" presetSubtype="0" fill="hold" grpId="0" nodeType="withEffect">
                            <p:stCondLst>
                              <p:cond delay="220"/>
                            </p:stCondLst>
                            <p:childTnLst>
                              <p:set>
                                <p:cBhvr>
                                  <p:cTn id="13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39" dur="500"/>
                                  <p:tgtEl>
                                    <p:spTgt spid="2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0" presetID="10" presetClass="entr" presetSubtype="0" fill="hold" grpId="0" nodeType="withEffect">
                            <p:stCondLst>
                              <p:cond delay="220"/>
                            </p:stCondLst>
                            <p:childTnLst>
                              <p:set>
                                <p:cBhvr>
                                  <p:cTn id="14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42" dur="500"/>
                                  <p:tgtEl>
                                    <p:spTgt spid="2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3" presetID="10" presetClass="entr" presetSubtype="0" fill="hold" grpId="0" nodeType="withEffect">
                            <p:stCondLst>
                              <p:cond delay="220"/>
                            </p:stCondLst>
                            <p:childTnLst>
                              <p:set>
                                <p:cBhvr>
                                  <p:cTn id="14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45" dur="500"/>
                                  <p:tgtEl>
                                    <p:spTgt spid="2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6" presetID="10" presetClass="entr" presetSubtype="0" fill="hold" grpId="0" nodeType="withEffect">
                            <p:stCondLst>
                              <p:cond delay="220"/>
                            </p:stCondLst>
                            <p:childTnLst>
                              <p:set>
                                <p:cBhvr>
                                  <p:cTn id="14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48" dur="500"/>
                                  <p:tgtEl>
                                    <p:spTgt spid="2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9" presetID="10" presetClass="entr" presetSubtype="0" fill="hold" grpId="0" nodeType="withEffect">
                            <p:stCondLst>
                              <p:cond delay="220"/>
                            </p:stCondLst>
                            <p:childTnLst>
                              <p:set>
                                <p:cBhvr>
                                  <p:cTn id="15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51" dur="500"/>
                                  <p:tgtEl>
                                    <p:spTgt spid="2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2" presetID="10" presetClass="entr" presetSubtype="0" fill="hold" grpId="0" nodeType="withEffect">
                            <p:stCondLst>
                              <p:cond delay="220"/>
                            </p:stCondLst>
                            <p:childTnLst>
                              <p:set>
                                <p:cBhvr>
                                  <p:cTn id="15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54" dur="500"/>
                                  <p:tgtEl>
                                    <p:spTgt spid="2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5" presetID="10" presetClass="entr" presetSubtype="0" fill="hold" grpId="0" nodeType="withEffect">
                            <p:stCondLst>
                              <p:cond delay="220"/>
                            </p:stCondLst>
                            <p:childTnLst>
                              <p:set>
                                <p:cBhvr>
                                  <p:cTn id="15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57" dur="500"/>
                                  <p:tgtEl>
                                    <p:spTgt spid="2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8" presetID="10" presetClass="entr" presetSubtype="0" fill="hold" grpId="0" nodeType="withEffect">
                            <p:stCondLst>
                              <p:cond delay="440"/>
                            </p:stCondLst>
                            <p:childTnLst>
                              <p:set>
                                <p:cBhvr>
                                  <p:cTn id="15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60" dur="500"/>
                                  <p:tgtEl>
                                    <p:spTgt spid="2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1" presetID="10" presetClass="entr" presetSubtype="0" fill="hold" grpId="0" nodeType="withEffect">
                            <p:stCondLst>
                              <p:cond delay="440"/>
                            </p:stCondLst>
                            <p:childTnLst>
                              <p:set>
                                <p:cBhvr>
                                  <p:cTn id="16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63" dur="500"/>
                                  <p:tgtEl>
                                    <p:spTgt spid="2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4" presetID="10" presetClass="entr" presetSubtype="0" fill="hold" grpId="0" nodeType="withEffect">
                            <p:stCondLst>
                              <p:cond delay="440"/>
                            </p:stCondLst>
                            <p:childTnLst>
                              <p:set>
                                <p:cBhvr>
                                  <p:cTn id="16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66" dur="500"/>
                                  <p:tgtEl>
                                    <p:spTgt spid="3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7" presetID="10" presetClass="entr" presetSubtype="0" fill="hold" grpId="0" nodeType="withEffect">
                            <p:stCondLst>
                              <p:cond delay="660"/>
                            </p:stCondLst>
                            <p:childTnLst>
                              <p:set>
                                <p:cBhvr>
                                  <p:cTn id="16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69" dur="500"/>
                                  <p:tgtEl>
                                    <p:spTgt spid="3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0" presetID="10" presetClass="entr" presetSubtype="0" fill="hold" grpId="0" nodeType="withEffect">
                            <p:stCondLst>
                              <p:cond delay="660"/>
                            </p:stCondLst>
                            <p:childTnLst>
                              <p:set>
                                <p:cBhvr>
                                  <p:cTn id="17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72" dur="500"/>
                                  <p:tgtEl>
                                    <p:spTgt spid="3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3" presetID="10" presetClass="entr" presetSubtype="0" fill="hold" grpId="0" nodeType="withEffect">
                            <p:stCondLst>
                              <p:cond delay="660"/>
                            </p:stCondLst>
                            <p:childTnLst>
                              <p:set>
                                <p:cBhvr>
                                  <p:cTn id="17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75" dur="500"/>
                                  <p:tgtEl>
                                    <p:spTgt spid="3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6" presetID="10" presetClass="entr" presetSubtype="0" fill="hold" grpId="0" nodeType="withEffect">
                            <p:stCondLst>
                              <p:cond delay="880"/>
                            </p:stCondLst>
                            <p:childTnLst>
                              <p:set>
                                <p:cBhvr>
                                  <p:cTn id="17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78" dur="500"/>
                                  <p:tgtEl>
                                    <p:spTgt spid="3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9" presetID="10" presetClass="entr" presetSubtype="0" fill="hold" grpId="0" nodeType="withEffect">
                            <p:stCondLst>
                              <p:cond delay="880"/>
                            </p:stCondLst>
                            <p:childTnLst>
                              <p:set>
                                <p:cBhvr>
                                  <p:cTn id="18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81" dur="500"/>
                                  <p:tgtEl>
                                    <p:spTgt spid="3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2" presetID="10" presetClass="entr" presetSubtype="0" fill="hold" grpId="0" nodeType="withEffect">
                            <p:stCondLst>
                              <p:cond delay="880"/>
                            </p:stCondLst>
                            <p:childTnLst>
                              <p:set>
                                <p:cBhvr>
                                  <p:cTn id="18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84" dur="500"/>
                                  <p:tgtEl>
                                    <p:spTgt spid="3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5" presetID="10" presetClass="entr" presetSubtype="0" fill="hold" grpId="0" nodeType="withEffect">
                            <p:stCondLst>
                              <p:cond delay="1100"/>
                            </p:stCondLst>
                            <p:childTnLst>
                              <p:set>
                                <p:cBhvr>
                                  <p:cTn id="18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87" dur="500"/>
                                  <p:tgtEl>
                                    <p:spTgt spid="3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8" presetID="10" presetClass="entr" presetSubtype="0" fill="hold" grpId="0" nodeType="withEffect">
                            <p:stCondLst>
                              <p:cond delay="1100"/>
                            </p:stCondLst>
                            <p:childTnLst>
                              <p:set>
                                <p:cBhvr>
                                  <p:cTn id="18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90" dur="500"/>
                                  <p:tgtEl>
                                    <p:spTgt spid="3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1" presetID="10" presetClass="entr" presetSubtype="0" fill="hold" grpId="0" nodeType="withEffect">
                            <p:stCondLst>
                              <p:cond delay="1100"/>
                            </p:stCondLst>
                            <p:childTnLst>
                              <p:set>
                                <p:cBhvr>
                                  <p:cTn id="19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93" dur="500"/>
                                  <p:tgtEl>
                                    <p:spTgt spid="3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4" presetID="10" presetClass="entr" presetSubtype="0" fill="hold" grpId="0" nodeType="withEffect">
                            <p:stCondLst>
                              <p:cond delay="1320"/>
                            </p:stCondLst>
                            <p:childTnLst>
                              <p:set>
                                <p:cBhvr>
                                  <p:cTn id="19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96" dur="500"/>
                                  <p:tgtEl>
                                    <p:spTgt spid="40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/>
      <p:bldP spid="10" grpId="0"/>
      <p:bldP spid="11" grpId="0"/>
      <p:bldP spid="12" grpId="0"/>
      <p:bldP spid="13" grpId="0"/>
      <p:bldP spid="14" grpId="0"/>
      <p:bldP spid="15" grpId="0"/>
      <p:bldP spid="16" grpId="0"/>
      <p:bldP spid="17" grpId="0"/>
      <p:bldP spid="18" grpId="0"/>
      <p:bldP spid="19" grpId="0"/>
      <p:bldP spid="20" grpId="0"/>
      <p:bldP spid="21" grpId="0"/>
      <p:bldP spid="22" grpId="0"/>
      <p:bldP spid="23" grpId="0"/>
      <p:bldP spid="24" grpId="0"/>
      <p:bldP spid="25" grpId="0"/>
      <p:bldP spid="26" grpId="0"/>
      <p:bldP spid="27" grpId="0"/>
      <p:bldP spid="28" grpId="0"/>
      <p:bldP spid="29" grpId="0"/>
      <p:bldP spid="30" grpId="0"/>
      <p:bldP spid="31" grpId="0"/>
      <p:bldP spid="32" grpId="0"/>
      <p:bldP spid="33" grpId="0"/>
      <p:bldP spid="34" grpId="0"/>
      <p:bldP spid="35" grpId="0"/>
      <p:bldP spid="36" grpId="0"/>
      <p:bldP spid="37" grpId="0"/>
      <p:bldP spid="38" grpId="0"/>
      <p:bldP spid="39" grpId="0"/>
      <p:bldP spid="40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hromeDot"/>
          <p:cNvSpPr/>
          <p:nvPr/>
        </p:nvSpPr>
        <p:spPr>
          <a:xfrm>
            <a:off x="685800" y="438912"/>
            <a:ext cx="329184" cy="329184"/>
          </a:xfrm>
          <a:prstGeom prst="ellipse">
            <a:avLst/>
          </a:prstGeom>
          <a:solidFill>
            <a:srgbClr val="6D28D9"/>
          </a:solidFill>
          <a:ln/>
        </p:spPr>
      </p:sp>
      <p:sp>
        <p:nvSpPr>
          <p:cNvPr id="3" name="chromeNum"/>
          <p:cNvSpPr txBox="1"/>
          <p:nvPr/>
        </p:nvSpPr>
        <p:spPr>
          <a:xfrm>
            <a:off x="685800" y="43891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III</a:t>
            </a:r>
            <a:endParaRPr lang="en-US" sz="1200" dirty="0"/>
          </a:p>
        </p:txBody>
      </p:sp>
      <p:sp>
        <p:nvSpPr>
          <p:cNvPr id="4" name="chromeLabel"/>
          <p:cNvSpPr txBox="1"/>
          <p:nvPr/>
        </p:nvSpPr>
        <p:spPr>
          <a:xfrm>
            <a:off x="1115568" y="438912"/>
            <a:ext cx="5486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60" kern="0" dirty="0">
                <a:solidFill>
                  <a:srgbClr val="6D28D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FEATURES · CONFIGURATION</a:t>
            </a:r>
            <a:endParaRPr lang="en-US" sz="1050" dirty="0"/>
          </a:p>
        </p:txBody>
      </p:sp>
      <p:sp>
        <p:nvSpPr>
          <p:cNvPr id="5" name="rail0"/>
          <p:cNvSpPr/>
          <p:nvPr/>
        </p:nvSpPr>
        <p:spPr>
          <a:xfrm>
            <a:off x="685800" y="6236208"/>
            <a:ext cx="402336" cy="64008"/>
          </a:xfrm>
          <a:prstGeom prst="roundRect">
            <a:avLst>
              <a:gd name="adj" fmla="val 50000"/>
            </a:avLst>
          </a:prstGeom>
          <a:solidFill>
            <a:srgbClr val="DCDEE3"/>
          </a:solidFill>
          <a:ln/>
        </p:spPr>
      </p:sp>
      <p:sp>
        <p:nvSpPr>
          <p:cNvPr id="6" name="rail1"/>
          <p:cNvSpPr/>
          <p:nvPr/>
        </p:nvSpPr>
        <p:spPr>
          <a:xfrm>
            <a:off x="1197864" y="6236208"/>
            <a:ext cx="402336" cy="64008"/>
          </a:xfrm>
          <a:prstGeom prst="roundRect">
            <a:avLst>
              <a:gd name="adj" fmla="val 50000"/>
            </a:avLst>
          </a:prstGeom>
          <a:solidFill>
            <a:srgbClr val="DCDEE3"/>
          </a:solidFill>
          <a:ln/>
        </p:spPr>
      </p:sp>
      <p:sp>
        <p:nvSpPr>
          <p:cNvPr id="7" name="rail2"/>
          <p:cNvSpPr/>
          <p:nvPr/>
        </p:nvSpPr>
        <p:spPr>
          <a:xfrm>
            <a:off x="1709928" y="6236208"/>
            <a:ext cx="402336" cy="64008"/>
          </a:xfrm>
          <a:prstGeom prst="roundRect">
            <a:avLst>
              <a:gd name="adj" fmla="val 50000"/>
            </a:avLst>
          </a:prstGeom>
          <a:solidFill>
            <a:srgbClr val="6D28D9"/>
          </a:solidFill>
          <a:ln/>
        </p:spPr>
      </p:sp>
      <p:sp>
        <p:nvSpPr>
          <p:cNvPr id="8" name="chromePage"/>
          <p:cNvSpPr txBox="1"/>
          <p:nvPr/>
        </p:nvSpPr>
        <p:spPr>
          <a:xfrm>
            <a:off x="10241280" y="6089904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120" kern="0" dirty="0">
                <a:solidFill>
                  <a:srgbClr val="3C445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</a:t>
            </a:r>
            <a:pPr algn="r" indent="0" marL="0">
              <a:buNone/>
            </a:pPr>
            <a:r>
              <a:rPr lang="en-US" sz="1050" spc="120" kern="0" dirty="0">
                <a:solidFill>
                  <a:srgbClr val="B6BDC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/ 22</a:t>
            </a:r>
            <a:endParaRPr lang="en-US" sz="1050" dirty="0"/>
          </a:p>
        </p:txBody>
      </p:sp>
      <p:sp>
        <p:nvSpPr>
          <p:cNvPr id="9" name="s19_anim001"/>
          <p:cNvSpPr txBox="1"/>
          <p:nvPr/>
        </p:nvSpPr>
        <p:spPr>
          <a:xfrm>
            <a:off x="731520" y="1078992"/>
            <a:ext cx="1072591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15181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Change the run, </a:t>
            </a:r>
            <a:pPr algn="ctr" indent="0" marL="0">
              <a:buNone/>
            </a:pPr>
            <a:r>
              <a:rPr lang="en-US" sz="3400" b="1" dirty="0">
                <a:solidFill>
                  <a:srgbClr val="6D28D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not the code</a:t>
            </a:r>
            <a:endParaRPr lang="en-US" sz="3400" dirty="0"/>
          </a:p>
        </p:txBody>
      </p:sp>
      <p:sp>
        <p:nvSpPr>
          <p:cNvPr id="10" name="s19_anim002"/>
          <p:cNvSpPr/>
          <p:nvPr/>
        </p:nvSpPr>
        <p:spPr>
          <a:xfrm>
            <a:off x="822960" y="2240280"/>
            <a:ext cx="6035040" cy="2788920"/>
          </a:xfrm>
          <a:prstGeom prst="roundRect">
            <a:avLst>
              <a:gd name="adj" fmla="val 5246"/>
            </a:avLst>
          </a:prstGeom>
          <a:solidFill>
            <a:srgbClr val="FFFFFF"/>
          </a:solidFill>
          <a:ln w="20320">
            <a:solidFill>
              <a:srgbClr val="9B6BF2"/>
            </a:solidFill>
            <a:prstDash val="solid"/>
          </a:ln>
          <a:effectLst>
            <a:outerShdw sx="100000" sy="100000" kx="0" ky="0" algn="bl" rotWithShape="0" blurRad="177800" dist="38100" dir="5400000">
              <a:srgbClr val="101C28">
                <a:alpha val="9000"/>
              </a:srgbClr>
            </a:outerShdw>
          </a:effectLst>
        </p:spPr>
      </p:sp>
      <p:sp>
        <p:nvSpPr>
          <p:cNvPr id="11" name="s19_anim002"/>
          <p:cNvSpPr txBox="1"/>
          <p:nvPr/>
        </p:nvSpPr>
        <p:spPr>
          <a:xfrm>
            <a:off x="1078992" y="2395728"/>
            <a:ext cx="5577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6D28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&lt;suite parallel="methods" thread-count="4"&gt;</a:t>
            </a:r>
            <a:endParaRPr lang="en-US" sz="1250" dirty="0"/>
          </a:p>
        </p:txBody>
      </p:sp>
      <p:sp>
        <p:nvSpPr>
          <p:cNvPr id="12" name="s19_anim002"/>
          <p:cNvSpPr/>
          <p:nvPr/>
        </p:nvSpPr>
        <p:spPr>
          <a:xfrm>
            <a:off x="1170432" y="2788920"/>
            <a:ext cx="5349240" cy="2103120"/>
          </a:xfrm>
          <a:prstGeom prst="roundRect">
            <a:avLst>
              <a:gd name="adj" fmla="val 5217"/>
            </a:avLst>
          </a:prstGeom>
          <a:solidFill>
            <a:srgbClr val="F6F1FE"/>
          </a:solidFill>
          <a:ln w="12700">
            <a:solidFill>
              <a:srgbClr val="E7E4F2"/>
            </a:solidFill>
            <a:prstDash val="solid"/>
          </a:ln>
        </p:spPr>
      </p:sp>
      <p:sp>
        <p:nvSpPr>
          <p:cNvPr id="13" name="s19_anim002"/>
          <p:cNvSpPr txBox="1"/>
          <p:nvPr/>
        </p:nvSpPr>
        <p:spPr>
          <a:xfrm>
            <a:off x="1417320" y="2926080"/>
            <a:ext cx="4846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C44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&lt;test name="Smoke"&gt;</a:t>
            </a:r>
            <a:endParaRPr lang="en-US" sz="1150" dirty="0"/>
          </a:p>
        </p:txBody>
      </p:sp>
      <p:sp>
        <p:nvSpPr>
          <p:cNvPr id="14" name="s19_anim002"/>
          <p:cNvSpPr/>
          <p:nvPr/>
        </p:nvSpPr>
        <p:spPr>
          <a:xfrm>
            <a:off x="1481328" y="3291840"/>
            <a:ext cx="4754880" cy="621792"/>
          </a:xfrm>
          <a:prstGeom prst="roundRect">
            <a:avLst>
              <a:gd name="adj" fmla="val 14706"/>
            </a:avLst>
          </a:prstGeom>
          <a:solidFill>
            <a:srgbClr val="FFFFFF"/>
          </a:solidFill>
          <a:ln w="12700">
            <a:solidFill>
              <a:srgbClr val="E7E4F2"/>
            </a:solidFill>
            <a:prstDash val="solid"/>
          </a:ln>
        </p:spPr>
      </p:sp>
      <p:sp>
        <p:nvSpPr>
          <p:cNvPr id="15" name="s19_anim002"/>
          <p:cNvSpPr txBox="1"/>
          <p:nvPr/>
        </p:nvSpPr>
        <p:spPr>
          <a:xfrm>
            <a:off x="1481328" y="3291840"/>
            <a:ext cx="47548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&lt;groups&gt;   include: smoke, critical</a:t>
            </a:r>
            <a:endParaRPr lang="en-US" sz="1150" dirty="0"/>
          </a:p>
        </p:txBody>
      </p:sp>
      <p:sp>
        <p:nvSpPr>
          <p:cNvPr id="16" name="s19_anim002"/>
          <p:cNvSpPr/>
          <p:nvPr/>
        </p:nvSpPr>
        <p:spPr>
          <a:xfrm>
            <a:off x="1481328" y="4041648"/>
            <a:ext cx="4754880" cy="621792"/>
          </a:xfrm>
          <a:prstGeom prst="roundRect">
            <a:avLst>
              <a:gd name="adj" fmla="val 14706"/>
            </a:avLst>
          </a:prstGeom>
          <a:solidFill>
            <a:srgbClr val="FFFFFF"/>
          </a:solidFill>
          <a:ln w="12700">
            <a:solidFill>
              <a:srgbClr val="E7E4F2"/>
            </a:solidFill>
            <a:prstDash val="solid"/>
          </a:ln>
        </p:spPr>
      </p:sp>
      <p:sp>
        <p:nvSpPr>
          <p:cNvPr id="17" name="s19_anim002"/>
          <p:cNvSpPr txBox="1"/>
          <p:nvPr/>
        </p:nvSpPr>
        <p:spPr>
          <a:xfrm>
            <a:off x="1481328" y="4041648"/>
            <a:ext cx="47548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&lt;classes&gt;  LoginTest, CartTest</a:t>
            </a:r>
            <a:endParaRPr lang="en-US" sz="1150" dirty="0"/>
          </a:p>
        </p:txBody>
      </p:sp>
      <p:sp>
        <p:nvSpPr>
          <p:cNvPr id="18" name="s19_anim003"/>
          <p:cNvSpPr txBox="1"/>
          <p:nvPr/>
        </p:nvSpPr>
        <p:spPr>
          <a:xfrm>
            <a:off x="7406640" y="2377440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5181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Suite → Test → Class</a:t>
            </a:r>
            <a:endParaRPr lang="en-US" sz="1800" dirty="0"/>
          </a:p>
        </p:txBody>
      </p:sp>
      <p:sp>
        <p:nvSpPr>
          <p:cNvPr id="19" name="s19_anim004"/>
          <p:cNvSpPr txBox="1"/>
          <p:nvPr/>
        </p:nvSpPr>
        <p:spPr>
          <a:xfrm>
            <a:off x="7406640" y="3063240"/>
            <a:ext cx="4023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800"/>
              </a:lnSpc>
              <a:buNone/>
            </a:pPr>
            <a:r>
              <a:rPr lang="en-US" sz="1500" b="1" dirty="0">
                <a:solidFill>
                  <a:srgbClr val="15803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Every commit  →  smoke only
</a:t>
            </a:r>
            <a:pPr indent="0" marL="0">
              <a:lnSpc>
                <a:spcPts val="2800"/>
              </a:lnSpc>
              <a:buNone/>
            </a:pPr>
            <a:r>
              <a:rPr lang="en-US" sz="1500" b="1" dirty="0">
                <a:solidFill>
                  <a:srgbClr val="15803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Nightly  →  full regression</a:t>
            </a:r>
            <a:endParaRPr lang="en-US" sz="1500" dirty="0"/>
          </a:p>
        </p:txBody>
      </p:sp>
      <p:sp>
        <p:nvSpPr>
          <p:cNvPr id="20" name="s19_anim004"/>
          <p:cNvSpPr txBox="1"/>
          <p:nvPr/>
        </p:nvSpPr>
        <p:spPr>
          <a:xfrm>
            <a:off x="7406640" y="4114800"/>
            <a:ext cx="4023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400" dirty="0">
                <a:solidFill>
                  <a:srgbClr val="8A93A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Same codebase.</a:t>
            </a:r>
            <a:endParaRPr lang="en-US" sz="14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400" dirty="0">
                <a:solidFill>
                  <a:srgbClr val="8A93A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Different XML file.</a:t>
            </a:r>
            <a:endParaRPr lang="en-US" sz="1400" dirty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9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101" presetID="10" presetClass="entr" presetSubtype="0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0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03" dur="50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4" presetID="10" presetClass="entr" presetSubtype="0" fill="hold" grpId="0" nodeType="withEffect">
                            <p:stCondLst>
                              <p:cond delay="220"/>
                            </p:stCondLst>
                            <p:childTnLst>
                              <p:set>
                                <p:cBhvr>
                                  <p:cTn id="10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06" dur="50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7" presetID="10" presetClass="entr" presetSubtype="0" fill="hold" grpId="0" nodeType="withEffect">
                            <p:stCondLst>
                              <p:cond delay="220"/>
                            </p:stCondLst>
                            <p:childTnLst>
                              <p:set>
                                <p:cBhvr>
                                  <p:cTn id="10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09" dur="50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0" presetID="10" presetClass="entr" presetSubtype="0" fill="hold" grpId="0" nodeType="withEffect">
                            <p:stCondLst>
                              <p:cond delay="220"/>
                            </p:stCondLst>
                            <p:childTnLst>
                              <p:set>
                                <p:cBhvr>
                                  <p:cTn id="1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12" dur="50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3" presetID="10" presetClass="entr" presetSubtype="0" fill="hold" grpId="0" nodeType="withEffect">
                            <p:stCondLst>
                              <p:cond delay="220"/>
                            </p:stCondLst>
                            <p:childTnLst>
                              <p:set>
                                <p:cBhvr>
                                  <p:cTn id="1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15" dur="50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6" presetID="10" presetClass="entr" presetSubtype="0" fill="hold" grpId="0" nodeType="withEffect">
                            <p:stCondLst>
                              <p:cond delay="220"/>
                            </p:stCondLst>
                            <p:childTnLst>
                              <p:set>
                                <p:cBhvr>
                                  <p:cTn id="1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18" dur="50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9" presetID="10" presetClass="entr" presetSubtype="0" fill="hold" grpId="0" nodeType="withEffect">
                            <p:stCondLst>
                              <p:cond delay="220"/>
                            </p:stCondLst>
                            <p:childTnLst>
                              <p:set>
                                <p:cBhvr>
                                  <p:cTn id="1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21" dur="50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2" presetID="10" presetClass="entr" presetSubtype="0" fill="hold" grpId="0" nodeType="withEffect">
                            <p:stCondLst>
                              <p:cond delay="220"/>
                            </p:stCondLst>
                            <p:childTnLst>
                              <p:set>
                                <p:cBhvr>
                                  <p:cTn id="1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24" dur="50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5" presetID="10" presetClass="entr" presetSubtype="0" fill="hold" grpId="0" nodeType="withEffect">
                            <p:stCondLst>
                              <p:cond delay="220"/>
                            </p:stCondLst>
                            <p:childTnLst>
                              <p:set>
                                <p:cBhvr>
                                  <p:cTn id="1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27" dur="50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8" presetID="10" presetClass="entr" presetSubtype="0" fill="hold" grpId="0" nodeType="withEffect">
                            <p:stCondLst>
                              <p:cond delay="440"/>
                            </p:stCondLst>
                            <p:childTnLst>
                              <p:set>
                                <p:cBhvr>
                                  <p:cTn id="1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30" dur="50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1" presetID="10" presetClass="entr" presetSubtype="0" fill="hold" grpId="0" nodeType="withEffect">
                            <p:stCondLst>
                              <p:cond delay="660"/>
                            </p:stCondLst>
                            <p:childTnLst>
                              <p:set>
                                <p:cBhvr>
                                  <p:cTn id="1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33" dur="500"/>
                                  <p:tgtEl>
                                    <p:spTgt spid="1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4" presetID="10" presetClass="entr" presetSubtype="0" fill="hold" grpId="0" nodeType="withEffect">
                            <p:stCondLst>
                              <p:cond delay="660"/>
                            </p:stCondLst>
                            <p:childTnLst>
                              <p:set>
                                <p:cBhvr>
                                  <p:cTn id="13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36" dur="500"/>
                                  <p:tgtEl>
                                    <p:spTgt spid="20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/>
      <p:bldP spid="10" grpId="0"/>
      <p:bldP spid="11" grpId="0"/>
      <p:bldP spid="12" grpId="0"/>
      <p:bldP spid="13" grpId="0"/>
      <p:bldP spid="14" grpId="0"/>
      <p:bldP spid="15" grpId="0"/>
      <p:bldP spid="16" grpId="0"/>
      <p:bldP spid="17" grpId="0"/>
      <p:bldP spid="18" grpId="0"/>
      <p:bldP spid="19" grpId="0"/>
      <p:bldP spid="20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hromeDot"/>
          <p:cNvSpPr/>
          <p:nvPr/>
        </p:nvSpPr>
        <p:spPr>
          <a:xfrm>
            <a:off x="685800" y="438912"/>
            <a:ext cx="329184" cy="329184"/>
          </a:xfrm>
          <a:prstGeom prst="ellipse">
            <a:avLst/>
          </a:prstGeom>
          <a:solidFill>
            <a:srgbClr val="6D28D9"/>
          </a:solidFill>
          <a:ln/>
        </p:spPr>
      </p:sp>
      <p:sp>
        <p:nvSpPr>
          <p:cNvPr id="3" name="chromeNum"/>
          <p:cNvSpPr txBox="1"/>
          <p:nvPr/>
        </p:nvSpPr>
        <p:spPr>
          <a:xfrm>
            <a:off x="685800" y="43891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III</a:t>
            </a:r>
            <a:endParaRPr lang="en-US" sz="1200" dirty="0"/>
          </a:p>
        </p:txBody>
      </p:sp>
      <p:sp>
        <p:nvSpPr>
          <p:cNvPr id="4" name="chromeLabel"/>
          <p:cNvSpPr txBox="1"/>
          <p:nvPr/>
        </p:nvSpPr>
        <p:spPr>
          <a:xfrm>
            <a:off x="1115568" y="438912"/>
            <a:ext cx="5486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60" kern="0" dirty="0">
                <a:solidFill>
                  <a:srgbClr val="6D28D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WHO USES IT</a:t>
            </a:r>
            <a:endParaRPr lang="en-US" sz="1050" dirty="0"/>
          </a:p>
        </p:txBody>
      </p:sp>
      <p:sp>
        <p:nvSpPr>
          <p:cNvPr id="5" name="rail0"/>
          <p:cNvSpPr/>
          <p:nvPr/>
        </p:nvSpPr>
        <p:spPr>
          <a:xfrm>
            <a:off x="685800" y="6236208"/>
            <a:ext cx="402336" cy="64008"/>
          </a:xfrm>
          <a:prstGeom prst="roundRect">
            <a:avLst>
              <a:gd name="adj" fmla="val 50000"/>
            </a:avLst>
          </a:prstGeom>
          <a:solidFill>
            <a:srgbClr val="DCDEE3"/>
          </a:solidFill>
          <a:ln/>
        </p:spPr>
      </p:sp>
      <p:sp>
        <p:nvSpPr>
          <p:cNvPr id="6" name="rail1"/>
          <p:cNvSpPr/>
          <p:nvPr/>
        </p:nvSpPr>
        <p:spPr>
          <a:xfrm>
            <a:off x="1197864" y="6236208"/>
            <a:ext cx="402336" cy="64008"/>
          </a:xfrm>
          <a:prstGeom prst="roundRect">
            <a:avLst>
              <a:gd name="adj" fmla="val 50000"/>
            </a:avLst>
          </a:prstGeom>
          <a:solidFill>
            <a:srgbClr val="DCDEE3"/>
          </a:solidFill>
          <a:ln/>
        </p:spPr>
      </p:sp>
      <p:sp>
        <p:nvSpPr>
          <p:cNvPr id="7" name="rail2"/>
          <p:cNvSpPr/>
          <p:nvPr/>
        </p:nvSpPr>
        <p:spPr>
          <a:xfrm>
            <a:off x="1709928" y="6236208"/>
            <a:ext cx="402336" cy="64008"/>
          </a:xfrm>
          <a:prstGeom prst="roundRect">
            <a:avLst>
              <a:gd name="adj" fmla="val 50000"/>
            </a:avLst>
          </a:prstGeom>
          <a:solidFill>
            <a:srgbClr val="6D28D9"/>
          </a:solidFill>
          <a:ln/>
        </p:spPr>
      </p:sp>
      <p:sp>
        <p:nvSpPr>
          <p:cNvPr id="8" name="chromePage"/>
          <p:cNvSpPr txBox="1"/>
          <p:nvPr/>
        </p:nvSpPr>
        <p:spPr>
          <a:xfrm>
            <a:off x="10241280" y="6089904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120" kern="0" dirty="0">
                <a:solidFill>
                  <a:srgbClr val="3C445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pPr algn="r" indent="0" marL="0">
              <a:buNone/>
            </a:pPr>
            <a:r>
              <a:rPr lang="en-US" sz="1050" spc="120" kern="0" dirty="0">
                <a:solidFill>
                  <a:srgbClr val="B6BDC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/ 22</a:t>
            </a:r>
            <a:endParaRPr lang="en-US" sz="1050" dirty="0"/>
          </a:p>
        </p:txBody>
      </p:sp>
      <p:sp>
        <p:nvSpPr>
          <p:cNvPr id="9" name="s20_anim001"/>
          <p:cNvSpPr txBox="1"/>
          <p:nvPr/>
        </p:nvSpPr>
        <p:spPr>
          <a:xfrm>
            <a:off x="731520" y="1078992"/>
            <a:ext cx="1072591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15181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Wherever a suite gets </a:t>
            </a:r>
            <a:pPr algn="ctr" indent="0" marL="0">
              <a:buNone/>
            </a:pPr>
            <a:r>
              <a:rPr lang="en-US" sz="3400" b="1" dirty="0">
                <a:solidFill>
                  <a:srgbClr val="6D28D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big</a:t>
            </a:r>
            <a:endParaRPr lang="en-US" sz="3400" dirty="0"/>
          </a:p>
        </p:txBody>
      </p:sp>
      <p:sp>
        <p:nvSpPr>
          <p:cNvPr id="10" name="s20_anim002"/>
          <p:cNvSpPr/>
          <p:nvPr/>
        </p:nvSpPr>
        <p:spPr>
          <a:xfrm>
            <a:off x="755752" y="2148840"/>
            <a:ext cx="3291840" cy="1691640"/>
          </a:xfrm>
          <a:prstGeom prst="roundRect">
            <a:avLst>
              <a:gd name="adj" fmla="val 7027"/>
            </a:avLst>
          </a:prstGeom>
          <a:solidFill>
            <a:srgbClr val="F7F8FA"/>
          </a:solidFill>
          <a:ln w="12700">
            <a:solidFill>
              <a:srgbClr val="E6E9EF"/>
            </a:solidFill>
            <a:prstDash val="solid"/>
          </a:ln>
          <a:effectLst>
            <a:outerShdw sx="100000" sy="100000" kx="0" ky="0" algn="bl" rotWithShape="0" blurRad="177800" dist="38100" dir="5400000">
              <a:srgbClr val="101C28">
                <a:alpha val="9000"/>
              </a:srgbClr>
            </a:outerShdw>
          </a:effectLst>
        </p:spPr>
      </p:sp>
      <p:sp>
        <p:nvSpPr>
          <p:cNvPr id="11" name="s20_anim002"/>
          <p:cNvSpPr txBox="1"/>
          <p:nvPr/>
        </p:nvSpPr>
        <p:spPr>
          <a:xfrm>
            <a:off x="1048360" y="2423160"/>
            <a:ext cx="270662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181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Automation / QA engineers</a:t>
            </a:r>
            <a:endParaRPr lang="en-US" sz="1600" dirty="0"/>
          </a:p>
        </p:txBody>
      </p:sp>
      <p:sp>
        <p:nvSpPr>
          <p:cNvPr id="12" name="s20_anim002"/>
          <p:cNvSpPr txBox="1"/>
          <p:nvPr/>
        </p:nvSpPr>
        <p:spPr>
          <a:xfrm>
            <a:off x="1048360" y="3054096"/>
            <a:ext cx="270662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8A93A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Selenium &amp; API suites — the dominant home of TestNG</a:t>
            </a:r>
            <a:endParaRPr lang="en-US" sz="1150" dirty="0"/>
          </a:p>
        </p:txBody>
      </p:sp>
      <p:sp>
        <p:nvSpPr>
          <p:cNvPr id="13" name="s20_anim003"/>
          <p:cNvSpPr/>
          <p:nvPr/>
        </p:nvSpPr>
        <p:spPr>
          <a:xfrm>
            <a:off x="4449928" y="2148840"/>
            <a:ext cx="3291840" cy="1691640"/>
          </a:xfrm>
          <a:prstGeom prst="roundRect">
            <a:avLst>
              <a:gd name="adj" fmla="val 7027"/>
            </a:avLst>
          </a:prstGeom>
          <a:solidFill>
            <a:srgbClr val="F7F8FA"/>
          </a:solidFill>
          <a:ln w="12700">
            <a:solidFill>
              <a:srgbClr val="E6E9EF"/>
            </a:solidFill>
            <a:prstDash val="solid"/>
          </a:ln>
          <a:effectLst>
            <a:outerShdw sx="100000" sy="100000" kx="0" ky="0" algn="bl" rotWithShape="0" blurRad="177800" dist="38100" dir="5400000">
              <a:srgbClr val="101C28">
                <a:alpha val="9000"/>
              </a:srgbClr>
            </a:outerShdw>
          </a:effectLst>
        </p:spPr>
      </p:sp>
      <p:sp>
        <p:nvSpPr>
          <p:cNvPr id="14" name="s20_anim003"/>
          <p:cNvSpPr txBox="1"/>
          <p:nvPr/>
        </p:nvSpPr>
        <p:spPr>
          <a:xfrm>
            <a:off x="4742536" y="2423160"/>
            <a:ext cx="270662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181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Developers</a:t>
            </a:r>
            <a:endParaRPr lang="en-US" sz="1600" dirty="0"/>
          </a:p>
        </p:txBody>
      </p:sp>
      <p:sp>
        <p:nvSpPr>
          <p:cNvPr id="15" name="s20_anim003"/>
          <p:cNvSpPr txBox="1"/>
          <p:nvPr/>
        </p:nvSpPr>
        <p:spPr>
          <a:xfrm>
            <a:off x="4742536" y="3054096"/>
            <a:ext cx="270662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8A93A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Integration &amp; service-level tests</a:t>
            </a:r>
            <a:endParaRPr lang="en-US" sz="1150" dirty="0"/>
          </a:p>
        </p:txBody>
      </p:sp>
      <p:sp>
        <p:nvSpPr>
          <p:cNvPr id="16" name="s20_anim004"/>
          <p:cNvSpPr/>
          <p:nvPr/>
        </p:nvSpPr>
        <p:spPr>
          <a:xfrm>
            <a:off x="8144104" y="2148840"/>
            <a:ext cx="3291840" cy="1691640"/>
          </a:xfrm>
          <a:prstGeom prst="roundRect">
            <a:avLst>
              <a:gd name="adj" fmla="val 7027"/>
            </a:avLst>
          </a:prstGeom>
          <a:solidFill>
            <a:srgbClr val="F7F8FA"/>
          </a:solidFill>
          <a:ln w="12700">
            <a:solidFill>
              <a:srgbClr val="E6E9EF"/>
            </a:solidFill>
            <a:prstDash val="solid"/>
          </a:ln>
          <a:effectLst>
            <a:outerShdw sx="100000" sy="100000" kx="0" ky="0" algn="bl" rotWithShape="0" blurRad="177800" dist="38100" dir="5400000">
              <a:srgbClr val="101C28">
                <a:alpha val="9000"/>
              </a:srgbClr>
            </a:outerShdw>
          </a:effectLst>
        </p:spPr>
      </p:sp>
      <p:sp>
        <p:nvSpPr>
          <p:cNvPr id="17" name="s20_anim004"/>
          <p:cNvSpPr txBox="1"/>
          <p:nvPr/>
        </p:nvSpPr>
        <p:spPr>
          <a:xfrm>
            <a:off x="8436712" y="2423160"/>
            <a:ext cx="270662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181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DevOps</a:t>
            </a:r>
            <a:endParaRPr lang="en-US" sz="1600" dirty="0"/>
          </a:p>
        </p:txBody>
      </p:sp>
      <p:sp>
        <p:nvSpPr>
          <p:cNvPr id="18" name="s20_anim004"/>
          <p:cNvSpPr txBox="1"/>
          <p:nvPr/>
        </p:nvSpPr>
        <p:spPr>
          <a:xfrm>
            <a:off x="8436712" y="3054096"/>
            <a:ext cx="270662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8A93A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Gating pipelines by group</a:t>
            </a:r>
            <a:endParaRPr lang="en-US" sz="1150" dirty="0"/>
          </a:p>
        </p:txBody>
      </p:sp>
      <p:pic>
        <p:nvPicPr>
          <p:cNvPr id="19" name="s20_anim005" descr="D:\learning material\SWT\_build\img\seleniu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6064" y="4434840"/>
            <a:ext cx="566928" cy="566928"/>
          </a:xfrm>
          <a:prstGeom prst="rect">
            <a:avLst/>
          </a:prstGeom>
        </p:spPr>
      </p:pic>
      <p:pic>
        <p:nvPicPr>
          <p:cNvPr id="20" name="s20_anim005" descr="D:\learning material\SWT\_build\img\appium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35328" y="4434840"/>
            <a:ext cx="566928" cy="566928"/>
          </a:xfrm>
          <a:prstGeom prst="rect">
            <a:avLst/>
          </a:prstGeom>
        </p:spPr>
      </p:pic>
      <p:pic>
        <p:nvPicPr>
          <p:cNvPr id="21" name="s20_anim005" descr="D:\learning material\SWT\_build\img\postman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04592" y="4434840"/>
            <a:ext cx="566928" cy="566928"/>
          </a:xfrm>
          <a:prstGeom prst="rect">
            <a:avLst/>
          </a:prstGeom>
        </p:spPr>
      </p:pic>
      <p:pic>
        <p:nvPicPr>
          <p:cNvPr id="22" name="s20_anim005" descr="D:\learning material\SWT\_build\img\maven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73856" y="4434840"/>
            <a:ext cx="566928" cy="566928"/>
          </a:xfrm>
          <a:prstGeom prst="rect">
            <a:avLst/>
          </a:prstGeom>
        </p:spPr>
      </p:pic>
      <p:pic>
        <p:nvPicPr>
          <p:cNvPr id="23" name="s20_anim005" descr="D:\learning material\SWT\_build\img\gradle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43120" y="4434840"/>
            <a:ext cx="566928" cy="566928"/>
          </a:xfrm>
          <a:prstGeom prst="rect">
            <a:avLst/>
          </a:prstGeom>
        </p:spPr>
      </p:pic>
      <p:pic>
        <p:nvPicPr>
          <p:cNvPr id="24" name="s20_anim005" descr="D:\learning material\SWT\_build\img\jenkins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812384" y="4434840"/>
            <a:ext cx="566928" cy="566928"/>
          </a:xfrm>
          <a:prstGeom prst="rect">
            <a:avLst/>
          </a:prstGeom>
        </p:spPr>
      </p:pic>
      <p:pic>
        <p:nvPicPr>
          <p:cNvPr id="25" name="s20_anim005" descr="D:\learning material\SWT\_build\img\ghactions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781648" y="4434840"/>
            <a:ext cx="566928" cy="566928"/>
          </a:xfrm>
          <a:prstGeom prst="rect">
            <a:avLst/>
          </a:prstGeom>
        </p:spPr>
      </p:pic>
      <p:pic>
        <p:nvPicPr>
          <p:cNvPr id="26" name="s20_anim005" descr="D:\learning material\SWT\_build\img\gitlab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750912" y="4434840"/>
            <a:ext cx="566928" cy="566928"/>
          </a:xfrm>
          <a:prstGeom prst="rect">
            <a:avLst/>
          </a:prstGeom>
        </p:spPr>
      </p:pic>
      <p:pic>
        <p:nvPicPr>
          <p:cNvPr id="27" name="s20_anim005" descr="D:\learning material\SWT\_build\img\intellij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720176" y="4434840"/>
            <a:ext cx="566928" cy="566928"/>
          </a:xfrm>
          <a:prstGeom prst="rect">
            <a:avLst/>
          </a:prstGeom>
        </p:spPr>
      </p:pic>
      <p:pic>
        <p:nvPicPr>
          <p:cNvPr id="28" name="s20_anim005" descr="D:\learning material\SWT\_build\img\eclipse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689440" y="4434840"/>
            <a:ext cx="566928" cy="566928"/>
          </a:xfrm>
          <a:prstGeom prst="rect">
            <a:avLst/>
          </a:prstGeom>
        </p:spPr>
      </p:pic>
      <p:pic>
        <p:nvPicPr>
          <p:cNvPr id="29" name="s20_anim005" descr="D:\learning material\SWT\_build\img\docker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0658704" y="4434840"/>
            <a:ext cx="566928" cy="566928"/>
          </a:xfrm>
          <a:prstGeom prst="rect">
            <a:avLst/>
          </a:prstGeom>
        </p:spPr>
      </p:pic>
      <p:sp>
        <p:nvSpPr>
          <p:cNvPr id="30" name="s20_anim006"/>
          <p:cNvSpPr txBox="1"/>
          <p:nvPr/>
        </p:nvSpPr>
        <p:spPr>
          <a:xfrm>
            <a:off x="731520" y="5349240"/>
            <a:ext cx="107259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8A93A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Runs from Maven, Gradle and the command line — so it drops straight into any pipeline</a:t>
            </a:r>
            <a:endParaRPr lang="en-US" sz="1150" dirty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9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101" presetID="10" presetClass="entr" presetSubtype="0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0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03" dur="50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4" presetID="10" presetClass="entr" presetSubtype="0" fill="hold" grpId="0" nodeType="withEffect">
                            <p:stCondLst>
                              <p:cond delay="220"/>
                            </p:stCondLst>
                            <p:childTnLst>
                              <p:set>
                                <p:cBhvr>
                                  <p:cTn id="10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06" dur="50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7" presetID="10" presetClass="entr" presetSubtype="0" fill="hold" grpId="0" nodeType="withEffect">
                            <p:stCondLst>
                              <p:cond delay="220"/>
                            </p:stCondLst>
                            <p:childTnLst>
                              <p:set>
                                <p:cBhvr>
                                  <p:cTn id="10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09" dur="50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0" presetID="10" presetClass="entr" presetSubtype="0" fill="hold" grpId="0" nodeType="withEffect">
                            <p:stCondLst>
                              <p:cond delay="220"/>
                            </p:stCondLst>
                            <p:childTnLst>
                              <p:set>
                                <p:cBhvr>
                                  <p:cTn id="1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12" dur="50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3" presetID="10" presetClass="entr" presetSubtype="0" fill="hold" grpId="0" nodeType="withEffect">
                            <p:stCondLst>
                              <p:cond delay="440"/>
                            </p:stCondLst>
                            <p:childTnLst>
                              <p:set>
                                <p:cBhvr>
                                  <p:cTn id="1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15" dur="50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6" presetID="10" presetClass="entr" presetSubtype="0" fill="hold" grpId="0" nodeType="withEffect">
                            <p:stCondLst>
                              <p:cond delay="440"/>
                            </p:stCondLst>
                            <p:childTnLst>
                              <p:set>
                                <p:cBhvr>
                                  <p:cTn id="1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18" dur="50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9" presetID="10" presetClass="entr" presetSubtype="0" fill="hold" grpId="0" nodeType="withEffect">
                            <p:stCondLst>
                              <p:cond delay="440"/>
                            </p:stCondLst>
                            <p:childTnLst>
                              <p:set>
                                <p:cBhvr>
                                  <p:cTn id="1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21" dur="50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2" presetID="10" presetClass="entr" presetSubtype="0" fill="hold" grpId="0" nodeType="withEffect">
                            <p:stCondLst>
                              <p:cond delay="660"/>
                            </p:stCondLst>
                            <p:childTnLst>
                              <p:set>
                                <p:cBhvr>
                                  <p:cTn id="1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24" dur="50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5" presetID="10" presetClass="entr" presetSubtype="0" fill="hold" grpId="0" nodeType="withEffect">
                            <p:stCondLst>
                              <p:cond delay="660"/>
                            </p:stCondLst>
                            <p:childTnLst>
                              <p:set>
                                <p:cBhvr>
                                  <p:cTn id="1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27" dur="50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8" presetID="10" presetClass="entr" presetSubtype="0" fill="hold" grpId="0" nodeType="withEffect">
                            <p:stCondLst>
                              <p:cond delay="660"/>
                            </p:stCondLst>
                            <p:childTnLst>
                              <p:set>
                                <p:cBhvr>
                                  <p:cTn id="1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30" dur="50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1" presetID="10" presetClass="entr" presetSubtype="0" fill="hold" grpId="0" nodeType="withEffect">
                            <p:stCondLst>
                              <p:cond delay="880"/>
                            </p:stCondLst>
                            <p:childTnLst>
                              <p:set>
                                <p:cBhvr>
                                  <p:cTn id="1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33" dur="500"/>
                                  <p:tgtEl>
                                    <p:spTgt spid="1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4" presetID="10" presetClass="entr" presetSubtype="0" fill="hold" grpId="0" nodeType="withEffect">
                            <p:stCondLst>
                              <p:cond delay="880"/>
                            </p:stCondLst>
                            <p:childTnLst>
                              <p:set>
                                <p:cBhvr>
                                  <p:cTn id="13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36" dur="500"/>
                                  <p:tgtEl>
                                    <p:spTgt spid="2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7" presetID="10" presetClass="entr" presetSubtype="0" fill="hold" grpId="0" nodeType="withEffect">
                            <p:stCondLst>
                              <p:cond delay="880"/>
                            </p:stCondLst>
                            <p:childTnLst>
                              <p:set>
                                <p:cBhvr>
                                  <p:cTn id="13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39" dur="500"/>
                                  <p:tgtEl>
                                    <p:spTgt spid="2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0" presetID="10" presetClass="entr" presetSubtype="0" fill="hold" grpId="0" nodeType="withEffect">
                            <p:stCondLst>
                              <p:cond delay="880"/>
                            </p:stCondLst>
                            <p:childTnLst>
                              <p:set>
                                <p:cBhvr>
                                  <p:cTn id="14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42" dur="500"/>
                                  <p:tgtEl>
                                    <p:spTgt spid="2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3" presetID="10" presetClass="entr" presetSubtype="0" fill="hold" grpId="0" nodeType="withEffect">
                            <p:stCondLst>
                              <p:cond delay="880"/>
                            </p:stCondLst>
                            <p:childTnLst>
                              <p:set>
                                <p:cBhvr>
                                  <p:cTn id="14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45" dur="500"/>
                                  <p:tgtEl>
                                    <p:spTgt spid="2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6" presetID="10" presetClass="entr" presetSubtype="0" fill="hold" grpId="0" nodeType="withEffect">
                            <p:stCondLst>
                              <p:cond delay="880"/>
                            </p:stCondLst>
                            <p:childTnLst>
                              <p:set>
                                <p:cBhvr>
                                  <p:cTn id="14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48" dur="500"/>
                                  <p:tgtEl>
                                    <p:spTgt spid="2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9" presetID="10" presetClass="entr" presetSubtype="0" fill="hold" grpId="0" nodeType="withEffect">
                            <p:stCondLst>
                              <p:cond delay="880"/>
                            </p:stCondLst>
                            <p:childTnLst>
                              <p:set>
                                <p:cBhvr>
                                  <p:cTn id="15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51" dur="500"/>
                                  <p:tgtEl>
                                    <p:spTgt spid="2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2" presetID="10" presetClass="entr" presetSubtype="0" fill="hold" grpId="0" nodeType="withEffect">
                            <p:stCondLst>
                              <p:cond delay="880"/>
                            </p:stCondLst>
                            <p:childTnLst>
                              <p:set>
                                <p:cBhvr>
                                  <p:cTn id="15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54" dur="500"/>
                                  <p:tgtEl>
                                    <p:spTgt spid="2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5" presetID="10" presetClass="entr" presetSubtype="0" fill="hold" grpId="0" nodeType="withEffect">
                            <p:stCondLst>
                              <p:cond delay="880"/>
                            </p:stCondLst>
                            <p:childTnLst>
                              <p:set>
                                <p:cBhvr>
                                  <p:cTn id="15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57" dur="500"/>
                                  <p:tgtEl>
                                    <p:spTgt spid="2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8" presetID="10" presetClass="entr" presetSubtype="0" fill="hold" grpId="0" nodeType="withEffect">
                            <p:stCondLst>
                              <p:cond delay="880"/>
                            </p:stCondLst>
                            <p:childTnLst>
                              <p:set>
                                <p:cBhvr>
                                  <p:cTn id="15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60" dur="500"/>
                                  <p:tgtEl>
                                    <p:spTgt spid="2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1" presetID="10" presetClass="entr" presetSubtype="0" fill="hold" grpId="0" nodeType="withEffect">
                            <p:stCondLst>
                              <p:cond delay="880"/>
                            </p:stCondLst>
                            <p:childTnLst>
                              <p:set>
                                <p:cBhvr>
                                  <p:cTn id="16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63" dur="500"/>
                                  <p:tgtEl>
                                    <p:spTgt spid="2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4" presetID="10" presetClass="entr" presetSubtype="0" fill="hold" grpId="0" nodeType="withEffect">
                            <p:stCondLst>
                              <p:cond delay="1100"/>
                            </p:stCondLst>
                            <p:childTnLst>
                              <p:set>
                                <p:cBhvr>
                                  <p:cTn id="16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66" dur="500"/>
                                  <p:tgtEl>
                                    <p:spTgt spid="30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/>
      <p:bldP spid="10" grpId="0"/>
      <p:bldP spid="11" grpId="0"/>
      <p:bldP spid="12" grpId="0"/>
      <p:bldP spid="13" grpId="0"/>
      <p:bldP spid="14" grpId="0"/>
      <p:bldP spid="15" grpId="0"/>
      <p:bldP spid="16" grpId="0"/>
      <p:bldP spid="17" grpId="0"/>
      <p:bldP spid="18" grpId="0"/>
      <p:bldP spid="19" grpId="0"/>
      <p:bldP spid="20" grpId="0"/>
      <p:bldP spid="21" grpId="0"/>
      <p:bldP spid="22" grpId="0"/>
      <p:bldP spid="23" grpId="0"/>
      <p:bldP spid="24" grpId="0"/>
      <p:bldP spid="25" grpId="0"/>
      <p:bldP spid="26" grpId="0"/>
      <p:bldP spid="27" grpId="0"/>
      <p:bldP spid="28" grpId="0"/>
      <p:bldP spid="29" grpId="0"/>
      <p:bldP spid="30" grpId="0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hromeDot"/>
          <p:cNvSpPr/>
          <p:nvPr/>
        </p:nvSpPr>
        <p:spPr>
          <a:xfrm>
            <a:off x="685800" y="438912"/>
            <a:ext cx="329184" cy="329184"/>
          </a:xfrm>
          <a:prstGeom prst="ellipse">
            <a:avLst/>
          </a:prstGeom>
          <a:solidFill>
            <a:srgbClr val="6D28D9"/>
          </a:solidFill>
          <a:ln/>
        </p:spPr>
      </p:sp>
      <p:sp>
        <p:nvSpPr>
          <p:cNvPr id="3" name="chromeNum"/>
          <p:cNvSpPr txBox="1"/>
          <p:nvPr/>
        </p:nvSpPr>
        <p:spPr>
          <a:xfrm>
            <a:off x="685800" y="43891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III</a:t>
            </a:r>
            <a:endParaRPr lang="en-US" sz="1200" dirty="0"/>
          </a:p>
        </p:txBody>
      </p:sp>
      <p:sp>
        <p:nvSpPr>
          <p:cNvPr id="4" name="chromeLabel"/>
          <p:cNvSpPr txBox="1"/>
          <p:nvPr/>
        </p:nvSpPr>
        <p:spPr>
          <a:xfrm>
            <a:off x="1115568" y="438912"/>
            <a:ext cx="5486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60" kern="0" dirty="0">
                <a:solidFill>
                  <a:srgbClr val="6D28D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REFERENCE</a:t>
            </a:r>
            <a:endParaRPr lang="en-US" sz="1050" dirty="0"/>
          </a:p>
        </p:txBody>
      </p:sp>
      <p:sp>
        <p:nvSpPr>
          <p:cNvPr id="5" name="rail0"/>
          <p:cNvSpPr/>
          <p:nvPr/>
        </p:nvSpPr>
        <p:spPr>
          <a:xfrm>
            <a:off x="685800" y="6236208"/>
            <a:ext cx="402336" cy="64008"/>
          </a:xfrm>
          <a:prstGeom prst="roundRect">
            <a:avLst>
              <a:gd name="adj" fmla="val 50000"/>
            </a:avLst>
          </a:prstGeom>
          <a:solidFill>
            <a:srgbClr val="DCDEE3"/>
          </a:solidFill>
          <a:ln/>
        </p:spPr>
      </p:sp>
      <p:sp>
        <p:nvSpPr>
          <p:cNvPr id="6" name="rail1"/>
          <p:cNvSpPr/>
          <p:nvPr/>
        </p:nvSpPr>
        <p:spPr>
          <a:xfrm>
            <a:off x="1197864" y="6236208"/>
            <a:ext cx="402336" cy="64008"/>
          </a:xfrm>
          <a:prstGeom prst="roundRect">
            <a:avLst>
              <a:gd name="adj" fmla="val 50000"/>
            </a:avLst>
          </a:prstGeom>
          <a:solidFill>
            <a:srgbClr val="DCDEE3"/>
          </a:solidFill>
          <a:ln/>
        </p:spPr>
      </p:sp>
      <p:sp>
        <p:nvSpPr>
          <p:cNvPr id="7" name="rail2"/>
          <p:cNvSpPr/>
          <p:nvPr/>
        </p:nvSpPr>
        <p:spPr>
          <a:xfrm>
            <a:off x="1709928" y="6236208"/>
            <a:ext cx="402336" cy="64008"/>
          </a:xfrm>
          <a:prstGeom prst="roundRect">
            <a:avLst>
              <a:gd name="adj" fmla="val 50000"/>
            </a:avLst>
          </a:prstGeom>
          <a:solidFill>
            <a:srgbClr val="6D28D9"/>
          </a:solidFill>
          <a:ln/>
        </p:spPr>
      </p:sp>
      <p:sp>
        <p:nvSpPr>
          <p:cNvPr id="8" name="chromePage"/>
          <p:cNvSpPr txBox="1"/>
          <p:nvPr/>
        </p:nvSpPr>
        <p:spPr>
          <a:xfrm>
            <a:off x="10241280" y="6089904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120" kern="0" dirty="0">
                <a:solidFill>
                  <a:srgbClr val="3C445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21</a:t>
            </a:r>
            <a:pPr algn="r" indent="0" marL="0">
              <a:buNone/>
            </a:pPr>
            <a:r>
              <a:rPr lang="en-US" sz="1050" spc="120" kern="0" dirty="0">
                <a:solidFill>
                  <a:srgbClr val="B6BDC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/ 22</a:t>
            </a:r>
            <a:endParaRPr lang="en-US" sz="1050" dirty="0"/>
          </a:p>
        </p:txBody>
      </p:sp>
      <p:sp>
        <p:nvSpPr>
          <p:cNvPr id="9" name="s21_anim001"/>
          <p:cNvSpPr txBox="1"/>
          <p:nvPr/>
        </p:nvSpPr>
        <p:spPr>
          <a:xfrm>
            <a:off x="731520" y="1078992"/>
            <a:ext cx="1072591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15181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Still shipping </a:t>
            </a:r>
            <a:pPr algn="ctr" indent="0" marL="0">
              <a:buNone/>
            </a:pPr>
            <a:r>
              <a:rPr lang="en-US" sz="3400" b="1" dirty="0">
                <a:solidFill>
                  <a:srgbClr val="6D28D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today</a:t>
            </a:r>
            <a:endParaRPr lang="en-US" sz="3400" dirty="0"/>
          </a:p>
        </p:txBody>
      </p:sp>
      <p:pic>
        <p:nvPicPr>
          <p:cNvPr id="10" name="s21_anim002" descr="D:\learning material\SWT\_build\img\b_vers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847545" y="2331720"/>
            <a:ext cx="3024835" cy="420624"/>
          </a:xfrm>
          <a:prstGeom prst="rect">
            <a:avLst/>
          </a:prstGeom>
        </p:spPr>
      </p:pic>
      <p:pic>
        <p:nvPicPr>
          <p:cNvPr id="11" name="s21_anim002" descr="D:\learning material\SWT\_build\img\b_commi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46700" y="2331720"/>
            <a:ext cx="3158338" cy="420624"/>
          </a:xfrm>
          <a:prstGeom prst="rect">
            <a:avLst/>
          </a:prstGeom>
        </p:spPr>
      </p:pic>
      <p:pic>
        <p:nvPicPr>
          <p:cNvPr id="12" name="s21_anim002" descr="D:\learning material\SWT\_build\img\b_stars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79358" y="2331720"/>
            <a:ext cx="1764792" cy="420624"/>
          </a:xfrm>
          <a:prstGeom prst="rect">
            <a:avLst/>
          </a:prstGeom>
        </p:spPr>
      </p:pic>
      <p:pic>
        <p:nvPicPr>
          <p:cNvPr id="13" name="s21_anim003" descr="D:\learning material\SWT\_build\img\b_contrib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96058" y="3026664"/>
            <a:ext cx="2539289" cy="420624"/>
          </a:xfrm>
          <a:prstGeom prst="rect">
            <a:avLst/>
          </a:prstGeom>
        </p:spPr>
      </p:pic>
      <p:pic>
        <p:nvPicPr>
          <p:cNvPr id="14" name="s21_anim003" descr="D:\learning material\SWT\_build\img\b_license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109667" y="3026664"/>
            <a:ext cx="2695651" cy="420624"/>
          </a:xfrm>
          <a:prstGeom prst="rect">
            <a:avLst/>
          </a:prstGeom>
        </p:spPr>
      </p:pic>
      <p:pic>
        <p:nvPicPr>
          <p:cNvPr id="15" name="s21_anim003" descr="D:\learning material\SWT\_build\img\b_java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79638" y="3026664"/>
            <a:ext cx="1815998" cy="420624"/>
          </a:xfrm>
          <a:prstGeom prst="rect">
            <a:avLst/>
          </a:prstGeom>
        </p:spPr>
      </p:pic>
      <p:sp>
        <p:nvSpPr>
          <p:cNvPr id="16" name="s21_anim004"/>
          <p:cNvSpPr txBox="1"/>
          <p:nvPr/>
        </p:nvSpPr>
        <p:spPr>
          <a:xfrm>
            <a:off x="731520" y="4114800"/>
            <a:ext cx="107259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5181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testng.org</a:t>
            </a:r>
            <a:pPr algn="ctr" indent="0" marL="0">
              <a:buNone/>
            </a:pPr>
            <a:r>
              <a:rPr lang="en-US" sz="1800" dirty="0">
                <a:solidFill>
                  <a:srgbClr val="B6BDC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  ·     </a:t>
            </a:r>
            <a:pPr algn="ctr" indent="0" marL="0">
              <a:buNone/>
            </a:pPr>
            <a:r>
              <a:rPr lang="en-US" sz="1800" b="1" dirty="0">
                <a:solidFill>
                  <a:srgbClr val="15181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github.com/testng-team/testng</a:t>
            </a:r>
            <a:endParaRPr lang="en-US" sz="1800" dirty="0"/>
          </a:p>
        </p:txBody>
      </p:sp>
      <p:sp>
        <p:nvSpPr>
          <p:cNvPr id="17" name="s21_anim005"/>
          <p:cNvSpPr txBox="1"/>
          <p:nvPr/>
        </p:nvSpPr>
        <p:spPr>
          <a:xfrm>
            <a:off x="731520" y="4709160"/>
            <a:ext cx="107259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8A93A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Live project figures, captured 21 September 2026</a:t>
            </a:r>
            <a:endParaRPr lang="en-US" sz="1150" dirty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9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101" presetID="10" presetClass="entr" presetSubtype="0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0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03" dur="50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4" presetID="10" presetClass="entr" presetSubtype="0" fill="hold" grpId="0" nodeType="withEffect">
                            <p:stCondLst>
                              <p:cond delay="220"/>
                            </p:stCondLst>
                            <p:childTnLst>
                              <p:set>
                                <p:cBhvr>
                                  <p:cTn id="10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06" dur="50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7" presetID="10" presetClass="entr" presetSubtype="0" fill="hold" grpId="0" nodeType="withEffect">
                            <p:stCondLst>
                              <p:cond delay="220"/>
                            </p:stCondLst>
                            <p:childTnLst>
                              <p:set>
                                <p:cBhvr>
                                  <p:cTn id="10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09" dur="50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0" presetID="10" presetClass="entr" presetSubtype="0" fill="hold" grpId="0" nodeType="withEffect">
                            <p:stCondLst>
                              <p:cond delay="220"/>
                            </p:stCondLst>
                            <p:childTnLst>
                              <p:set>
                                <p:cBhvr>
                                  <p:cTn id="1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12" dur="50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3" presetID="10" presetClass="entr" presetSubtype="0" fill="hold" grpId="0" nodeType="withEffect">
                            <p:stCondLst>
                              <p:cond delay="440"/>
                            </p:stCondLst>
                            <p:childTnLst>
                              <p:set>
                                <p:cBhvr>
                                  <p:cTn id="1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15" dur="50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6" presetID="10" presetClass="entr" presetSubtype="0" fill="hold" grpId="0" nodeType="withEffect">
                            <p:stCondLst>
                              <p:cond delay="440"/>
                            </p:stCondLst>
                            <p:childTnLst>
                              <p:set>
                                <p:cBhvr>
                                  <p:cTn id="1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18" dur="50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9" presetID="10" presetClass="entr" presetSubtype="0" fill="hold" grpId="0" nodeType="withEffect">
                            <p:stCondLst>
                              <p:cond delay="440"/>
                            </p:stCondLst>
                            <p:childTnLst>
                              <p:set>
                                <p:cBhvr>
                                  <p:cTn id="1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21" dur="50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2" presetID="10" presetClass="entr" presetSubtype="0" fill="hold" grpId="0" nodeType="withEffect">
                            <p:stCondLst>
                              <p:cond delay="660"/>
                            </p:stCondLst>
                            <p:childTnLst>
                              <p:set>
                                <p:cBhvr>
                                  <p:cTn id="1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24" dur="50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5" presetID="10" presetClass="entr" presetSubtype="0" fill="hold" grpId="0" nodeType="withEffect">
                            <p:stCondLst>
                              <p:cond delay="880"/>
                            </p:stCondLst>
                            <p:childTnLst>
                              <p:set>
                                <p:cBhvr>
                                  <p:cTn id="1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27" dur="50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/>
      <p:bldP spid="10" grpId="0"/>
      <p:bldP spid="11" grpId="0"/>
      <p:bldP spid="12" grpId="0"/>
      <p:bldP spid="13" grpId="0"/>
      <p:bldP spid="14" grpId="0"/>
      <p:bldP spid="15" grpId="0"/>
      <p:bldP spid="16" grpId="0"/>
      <p:bldP spid="17" grpId="0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1417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22_anim001"/>
          <p:cNvSpPr txBox="1"/>
          <p:nvPr/>
        </p:nvSpPr>
        <p:spPr>
          <a:xfrm>
            <a:off x="594360" y="2286000"/>
            <a:ext cx="11000232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6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Not a test runner.</a:t>
            </a:r>
            <a:endParaRPr lang="en-US" sz="4600" dirty="0"/>
          </a:p>
          <a:p>
            <a:pPr algn="ctr" indent="0" marL="0">
              <a:lnSpc>
                <a:spcPts val="6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test </a:t>
            </a:r>
            <a:pPr algn="ctr" indent="0" marL="0">
              <a:lnSpc>
                <a:spcPts val="6000"/>
              </a:lnSpc>
              <a:buNone/>
            </a:pPr>
            <a:r>
              <a:rPr lang="en-US" sz="4600" b="1" dirty="0">
                <a:solidFill>
                  <a:srgbClr val="9B6BF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orchestrator</a:t>
            </a:r>
            <a:pPr algn="ctr" indent="0" marL="0">
              <a:lnSpc>
                <a:spcPts val="6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.</a:t>
            </a:r>
            <a:endParaRPr lang="en-US" sz="4600" dirty="0"/>
          </a:p>
        </p:txBody>
      </p:sp>
      <p:sp>
        <p:nvSpPr>
          <p:cNvPr id="3" name="s22_anim002"/>
          <p:cNvSpPr txBox="1"/>
          <p:nvPr/>
        </p:nvSpPr>
        <p:spPr>
          <a:xfrm>
            <a:off x="731520" y="4434840"/>
            <a:ext cx="107259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8A93A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Thank you.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5577840" y="5349240"/>
            <a:ext cx="402336" cy="64008"/>
          </a:xfrm>
          <a:prstGeom prst="roundRect">
            <a:avLst>
              <a:gd name="adj" fmla="val 50000"/>
            </a:avLst>
          </a:prstGeom>
          <a:solidFill>
            <a:srgbClr val="7C97F2"/>
          </a:solidFill>
          <a:ln/>
        </p:spPr>
      </p:sp>
      <p:sp>
        <p:nvSpPr>
          <p:cNvPr id="5" name="Shape 3"/>
          <p:cNvSpPr/>
          <p:nvPr/>
        </p:nvSpPr>
        <p:spPr>
          <a:xfrm>
            <a:off x="6089904" y="5349240"/>
            <a:ext cx="402336" cy="64008"/>
          </a:xfrm>
          <a:prstGeom prst="roundRect">
            <a:avLst>
              <a:gd name="adj" fmla="val 50000"/>
            </a:avLst>
          </a:prstGeom>
          <a:solidFill>
            <a:srgbClr val="3FA9A0"/>
          </a:solidFill>
          <a:ln/>
        </p:spPr>
      </p:sp>
      <p:sp>
        <p:nvSpPr>
          <p:cNvPr id="6" name="Shape 4"/>
          <p:cNvSpPr/>
          <p:nvPr/>
        </p:nvSpPr>
        <p:spPr>
          <a:xfrm>
            <a:off x="6601968" y="5349240"/>
            <a:ext cx="402336" cy="64008"/>
          </a:xfrm>
          <a:prstGeom prst="roundRect">
            <a:avLst>
              <a:gd name="adj" fmla="val 50000"/>
            </a:avLst>
          </a:prstGeom>
          <a:solidFill>
            <a:srgbClr val="9B6BF2"/>
          </a:solidFill>
          <a:ln/>
        </p:spPr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9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101" presetID="10" presetClass="entr" presetSubtype="0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0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03" dur="500"/>
                                  <p:tgtEl>
                                    <p:spTgt spid="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4" presetID="10" presetClass="entr" presetSubtype="0" fill="hold" grpId="0" nodeType="withEffect">
                            <p:stCondLst>
                              <p:cond delay="220"/>
                            </p:stCondLst>
                            <p:childTnLst>
                              <p:set>
                                <p:cBhvr>
                                  <p:cTn id="10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06" dur="50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22</Slides>
  <Notes>22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TestNG — Test Next Generation</dc:title>
  <dc:subject>PptxGenJS Presentation</dc:subject>
  <dc:creator>TestNG presentation</dc:creator>
  <cp:lastModifiedBy>TestNG presentation</cp:lastModifiedBy>
  <cp:revision>1</cp:revision>
  <dcterms:created xsi:type="dcterms:W3CDTF">2026-09-21T12:58:21Z</dcterms:created>
  <dcterms:modified xsi:type="dcterms:W3CDTF">2026-09-21T12:58:21Z</dcterms:modified>
</cp:coreProperties>
</file>